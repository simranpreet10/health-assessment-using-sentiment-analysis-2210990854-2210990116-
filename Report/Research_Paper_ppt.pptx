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74" r:id="rId5"/>
    <p:sldId id="259" r:id="rId6"/>
    <p:sldId id="260" r:id="rId7"/>
    <p:sldId id="261" r:id="rId8"/>
    <p:sldId id="263" r:id="rId9"/>
    <p:sldId id="264" r:id="rId10"/>
    <p:sldId id="266" r:id="rId11"/>
    <p:sldId id="273" r:id="rId12"/>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ika8VP+eqzNQDoecx9Q/qdmSzf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68440-0905-46D5-85F8-1F355C53C053}" v="28" dt="2026-04-28T03:27:21.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6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9" Type="http://schemas.microsoft.com/office/2015/10/relationships/revisionInfo" Target="revisionInfo.xml"/><Relationship Id="rId3" Type="http://schemas.openxmlformats.org/officeDocument/2006/relationships/slide" Target="slides/slide2.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ableStyles" Target="tableStyles.xml"/><Relationship Id="rId5" Type="http://schemas.openxmlformats.org/officeDocument/2006/relationships/slide" Target="slides/slide4.xml"/><Relationship Id="rId36"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ran Preet" userId="42087d9f78dbaba0" providerId="LiveId" clId="{84BB592E-71B9-4DA6-983B-76C982766C7D}"/>
    <pc:docChg chg="undo custSel delSld modSld">
      <pc:chgData name="Simran Preet" userId="42087d9f78dbaba0" providerId="LiveId" clId="{84BB592E-71B9-4DA6-983B-76C982766C7D}" dt="2026-04-28T03:27:40.050" v="959" actId="20577"/>
      <pc:docMkLst>
        <pc:docMk/>
      </pc:docMkLst>
      <pc:sldChg chg="addSp delSp modSp mod modClrScheme chgLayout">
        <pc:chgData name="Simran Preet" userId="42087d9f78dbaba0" providerId="LiveId" clId="{84BB592E-71B9-4DA6-983B-76C982766C7D}" dt="2026-04-28T02:44:16.104" v="41" actId="20577"/>
        <pc:sldMkLst>
          <pc:docMk/>
          <pc:sldMk cId="0" sldId="261"/>
        </pc:sldMkLst>
        <pc:spChg chg="add del mod ord">
          <ac:chgData name="Simran Preet" userId="42087d9f78dbaba0" providerId="LiveId" clId="{84BB592E-71B9-4DA6-983B-76C982766C7D}" dt="2026-04-28T02:39:10.937" v="15" actId="700"/>
          <ac:spMkLst>
            <pc:docMk/>
            <pc:sldMk cId="0" sldId="261"/>
            <ac:spMk id="2" creationId="{2351A33B-3417-08A6-FF30-F5BFE9D1EE1D}"/>
          </ac:spMkLst>
        </pc:spChg>
        <pc:spChg chg="add del mod ord">
          <ac:chgData name="Simran Preet" userId="42087d9f78dbaba0" providerId="LiveId" clId="{84BB592E-71B9-4DA6-983B-76C982766C7D}" dt="2026-04-28T02:39:10.937" v="15" actId="700"/>
          <ac:spMkLst>
            <pc:docMk/>
            <pc:sldMk cId="0" sldId="261"/>
            <ac:spMk id="3" creationId="{64B7B48B-1687-315E-C8A7-77FE9BFDCFC5}"/>
          </ac:spMkLst>
        </pc:spChg>
        <pc:spChg chg="add del mod ord">
          <ac:chgData name="Simran Preet" userId="42087d9f78dbaba0" providerId="LiveId" clId="{84BB592E-71B9-4DA6-983B-76C982766C7D}" dt="2026-04-28T02:39:10.937" v="15" actId="700"/>
          <ac:spMkLst>
            <pc:docMk/>
            <pc:sldMk cId="0" sldId="261"/>
            <ac:spMk id="4" creationId="{5B5F7688-EE8A-CF07-6DF3-FE192F13E47A}"/>
          </ac:spMkLst>
        </pc:spChg>
        <pc:spChg chg="add mod">
          <ac:chgData name="Simran Preet" userId="42087d9f78dbaba0" providerId="LiveId" clId="{84BB592E-71B9-4DA6-983B-76C982766C7D}" dt="2026-04-28T02:44:16.104" v="41" actId="20577"/>
          <ac:spMkLst>
            <pc:docMk/>
            <pc:sldMk cId="0" sldId="261"/>
            <ac:spMk id="6" creationId="{31AF1D9B-C3FA-50DC-F6B0-1034B8C66577}"/>
          </ac:spMkLst>
        </pc:spChg>
        <pc:spChg chg="mod ord">
          <ac:chgData name="Simran Preet" userId="42087d9f78dbaba0" providerId="LiveId" clId="{84BB592E-71B9-4DA6-983B-76C982766C7D}" dt="2026-04-28T02:39:10.937" v="15" actId="700"/>
          <ac:spMkLst>
            <pc:docMk/>
            <pc:sldMk cId="0" sldId="261"/>
            <ac:spMk id="138" creationId="{00000000-0000-0000-0000-000000000000}"/>
          </ac:spMkLst>
        </pc:spChg>
        <pc:spChg chg="mod ord">
          <ac:chgData name="Simran Preet" userId="42087d9f78dbaba0" providerId="LiveId" clId="{84BB592E-71B9-4DA6-983B-76C982766C7D}" dt="2026-04-28T02:39:10.937" v="15" actId="700"/>
          <ac:spMkLst>
            <pc:docMk/>
            <pc:sldMk cId="0" sldId="261"/>
            <ac:spMk id="139" creationId="{00000000-0000-0000-0000-000000000000}"/>
          </ac:spMkLst>
        </pc:spChg>
        <pc:spChg chg="del">
          <ac:chgData name="Simran Preet" userId="42087d9f78dbaba0" providerId="LiveId" clId="{84BB592E-71B9-4DA6-983B-76C982766C7D}" dt="2026-04-28T02:38:24.187" v="4" actId="478"/>
          <ac:spMkLst>
            <pc:docMk/>
            <pc:sldMk cId="0" sldId="261"/>
            <ac:spMk id="140" creationId="{00000000-0000-0000-0000-000000000000}"/>
          </ac:spMkLst>
        </pc:spChg>
        <pc:spChg chg="mod">
          <ac:chgData name="Simran Preet" userId="42087d9f78dbaba0" providerId="LiveId" clId="{84BB592E-71B9-4DA6-983B-76C982766C7D}" dt="2026-04-28T02:38:20.061" v="2" actId="20577"/>
          <ac:spMkLst>
            <pc:docMk/>
            <pc:sldMk cId="0" sldId="261"/>
            <ac:spMk id="146" creationId="{00000000-0000-0000-0000-000000000000}"/>
          </ac:spMkLst>
        </pc:spChg>
        <pc:spChg chg="del mod">
          <ac:chgData name="Simran Preet" userId="42087d9f78dbaba0" providerId="LiveId" clId="{84BB592E-71B9-4DA6-983B-76C982766C7D}" dt="2026-04-28T02:38:38.033" v="11" actId="478"/>
          <ac:spMkLst>
            <pc:docMk/>
            <pc:sldMk cId="0" sldId="261"/>
            <ac:spMk id="150" creationId="{00000000-0000-0000-0000-000000000000}"/>
          </ac:spMkLst>
        </pc:spChg>
        <pc:spChg chg="del">
          <ac:chgData name="Simran Preet" userId="42087d9f78dbaba0" providerId="LiveId" clId="{84BB592E-71B9-4DA6-983B-76C982766C7D}" dt="2026-04-28T02:38:26.391" v="5" actId="478"/>
          <ac:spMkLst>
            <pc:docMk/>
            <pc:sldMk cId="0" sldId="261"/>
            <ac:spMk id="151" creationId="{00000000-0000-0000-0000-000000000000}"/>
          </ac:spMkLst>
        </pc:spChg>
        <pc:spChg chg="del">
          <ac:chgData name="Simran Preet" userId="42087d9f78dbaba0" providerId="LiveId" clId="{84BB592E-71B9-4DA6-983B-76C982766C7D}" dt="2026-04-28T02:38:28.036" v="6" actId="478"/>
          <ac:spMkLst>
            <pc:docMk/>
            <pc:sldMk cId="0" sldId="261"/>
            <ac:spMk id="152" creationId="{00000000-0000-0000-0000-000000000000}"/>
          </ac:spMkLst>
        </pc:spChg>
        <pc:spChg chg="del">
          <ac:chgData name="Simran Preet" userId="42087d9f78dbaba0" providerId="LiveId" clId="{84BB592E-71B9-4DA6-983B-76C982766C7D}" dt="2026-04-28T02:38:39.876" v="12" actId="478"/>
          <ac:spMkLst>
            <pc:docMk/>
            <pc:sldMk cId="0" sldId="261"/>
            <ac:spMk id="153" creationId="{00000000-0000-0000-0000-000000000000}"/>
          </ac:spMkLst>
        </pc:spChg>
        <pc:spChg chg="del">
          <ac:chgData name="Simran Preet" userId="42087d9f78dbaba0" providerId="LiveId" clId="{84BB592E-71B9-4DA6-983B-76C982766C7D}" dt="2026-04-28T02:38:29.716" v="7" actId="478"/>
          <ac:spMkLst>
            <pc:docMk/>
            <pc:sldMk cId="0" sldId="261"/>
            <ac:spMk id="154" creationId="{00000000-0000-0000-0000-000000000000}"/>
          </ac:spMkLst>
        </pc:spChg>
        <pc:spChg chg="del">
          <ac:chgData name="Simran Preet" userId="42087d9f78dbaba0" providerId="LiveId" clId="{84BB592E-71B9-4DA6-983B-76C982766C7D}" dt="2026-04-28T02:38:41.656" v="13" actId="478"/>
          <ac:spMkLst>
            <pc:docMk/>
            <pc:sldMk cId="0" sldId="261"/>
            <ac:spMk id="155" creationId="{00000000-0000-0000-0000-000000000000}"/>
          </ac:spMkLst>
        </pc:spChg>
        <pc:spChg chg="del">
          <ac:chgData name="Simran Preet" userId="42087d9f78dbaba0" providerId="LiveId" clId="{84BB592E-71B9-4DA6-983B-76C982766C7D}" dt="2026-04-28T02:38:31.959" v="8" actId="478"/>
          <ac:spMkLst>
            <pc:docMk/>
            <pc:sldMk cId="0" sldId="261"/>
            <ac:spMk id="156" creationId="{00000000-0000-0000-0000-000000000000}"/>
          </ac:spMkLst>
        </pc:spChg>
        <pc:grpChg chg="del">
          <ac:chgData name="Simran Preet" userId="42087d9f78dbaba0" providerId="LiveId" clId="{84BB592E-71B9-4DA6-983B-76C982766C7D}" dt="2026-04-28T02:38:33.838" v="9" actId="478"/>
          <ac:grpSpMkLst>
            <pc:docMk/>
            <pc:sldMk cId="0" sldId="261"/>
            <ac:grpSpMk id="141" creationId="{00000000-0000-0000-0000-000000000000}"/>
          </ac:grpSpMkLst>
        </pc:grpChg>
        <pc:grpChg chg="del">
          <ac:chgData name="Simran Preet" userId="42087d9f78dbaba0" providerId="LiveId" clId="{84BB592E-71B9-4DA6-983B-76C982766C7D}" dt="2026-04-28T02:38:21.360" v="3" actId="478"/>
          <ac:grpSpMkLst>
            <pc:docMk/>
            <pc:sldMk cId="0" sldId="261"/>
            <ac:grpSpMk id="144" creationId="{00000000-0000-0000-0000-000000000000}"/>
          </ac:grpSpMkLst>
        </pc:grpChg>
      </pc:sldChg>
      <pc:sldChg chg="addSp delSp modSp mod">
        <pc:chgData name="Simran Preet" userId="42087d9f78dbaba0" providerId="LiveId" clId="{84BB592E-71B9-4DA6-983B-76C982766C7D}" dt="2026-04-28T03:03:55.733" v="760" actId="14100"/>
        <pc:sldMkLst>
          <pc:docMk/>
          <pc:sldMk cId="0" sldId="263"/>
        </pc:sldMkLst>
        <pc:spChg chg="add">
          <ac:chgData name="Simran Preet" userId="42087d9f78dbaba0" providerId="LiveId" clId="{84BB592E-71B9-4DA6-983B-76C982766C7D}" dt="2026-04-28T02:47:40.259" v="171"/>
          <ac:spMkLst>
            <pc:docMk/>
            <pc:sldMk cId="0" sldId="263"/>
            <ac:spMk id="2" creationId="{4E246F26-3193-29BC-1B05-BC9714F270A3}"/>
          </ac:spMkLst>
        </pc:spChg>
        <pc:spChg chg="add">
          <ac:chgData name="Simran Preet" userId="42087d9f78dbaba0" providerId="LiveId" clId="{84BB592E-71B9-4DA6-983B-76C982766C7D}" dt="2026-04-28T02:47:47.950" v="172"/>
          <ac:spMkLst>
            <pc:docMk/>
            <pc:sldMk cId="0" sldId="263"/>
            <ac:spMk id="3" creationId="{E66E087E-62D3-61D8-F3A7-C1DD18D20111}"/>
          </ac:spMkLst>
        </pc:spChg>
        <pc:spChg chg="add">
          <ac:chgData name="Simran Preet" userId="42087d9f78dbaba0" providerId="LiveId" clId="{84BB592E-71B9-4DA6-983B-76C982766C7D}" dt="2026-04-28T02:48:05.868" v="179"/>
          <ac:spMkLst>
            <pc:docMk/>
            <pc:sldMk cId="0" sldId="263"/>
            <ac:spMk id="4" creationId="{3F41E2F5-765C-BBCD-E8F7-FF55D55AC73B}"/>
          </ac:spMkLst>
        </pc:spChg>
        <pc:spChg chg="add">
          <ac:chgData name="Simran Preet" userId="42087d9f78dbaba0" providerId="LiveId" clId="{84BB592E-71B9-4DA6-983B-76C982766C7D}" dt="2026-04-28T02:48:22.536" v="180"/>
          <ac:spMkLst>
            <pc:docMk/>
            <pc:sldMk cId="0" sldId="263"/>
            <ac:spMk id="5" creationId="{83B0B043-4E44-0C55-C539-C1D381F2BB7B}"/>
          </ac:spMkLst>
        </pc:spChg>
        <pc:spChg chg="add mod">
          <ac:chgData name="Simran Preet" userId="42087d9f78dbaba0" providerId="LiveId" clId="{84BB592E-71B9-4DA6-983B-76C982766C7D}" dt="2026-04-28T03:03:55.733" v="760" actId="14100"/>
          <ac:spMkLst>
            <pc:docMk/>
            <pc:sldMk cId="0" sldId="263"/>
            <ac:spMk id="16" creationId="{61A9EFE8-FB61-050D-953B-DC1FAB61B447}"/>
          </ac:spMkLst>
        </pc:spChg>
        <pc:spChg chg="mod">
          <ac:chgData name="Simran Preet" userId="42087d9f78dbaba0" providerId="LiveId" clId="{84BB592E-71B9-4DA6-983B-76C982766C7D}" dt="2026-04-28T02:46:31.626" v="89" actId="20577"/>
          <ac:spMkLst>
            <pc:docMk/>
            <pc:sldMk cId="0" sldId="263"/>
            <ac:spMk id="192" creationId="{00000000-0000-0000-0000-000000000000}"/>
          </ac:spMkLst>
        </pc:spChg>
        <pc:spChg chg="add del mod">
          <ac:chgData name="Simran Preet" userId="42087d9f78dbaba0" providerId="LiveId" clId="{84BB592E-71B9-4DA6-983B-76C982766C7D}" dt="2026-04-28T02:55:51.296" v="399" actId="207"/>
          <ac:spMkLst>
            <pc:docMk/>
            <pc:sldMk cId="0" sldId="263"/>
            <ac:spMk id="193" creationId="{00000000-0000-0000-0000-000000000000}"/>
          </ac:spMkLst>
        </pc:spChg>
        <pc:spChg chg="mod">
          <ac:chgData name="Simran Preet" userId="42087d9f78dbaba0" providerId="LiveId" clId="{84BB592E-71B9-4DA6-983B-76C982766C7D}" dt="2026-04-28T03:00:02.881" v="485" actId="20577"/>
          <ac:spMkLst>
            <pc:docMk/>
            <pc:sldMk cId="0" sldId="263"/>
            <ac:spMk id="199" creationId="{00000000-0000-0000-0000-000000000000}"/>
          </ac:spMkLst>
        </pc:spChg>
        <pc:spChg chg="mod">
          <ac:chgData name="Simran Preet" userId="42087d9f78dbaba0" providerId="LiveId" clId="{84BB592E-71B9-4DA6-983B-76C982766C7D}" dt="2026-04-28T03:03:46.029" v="758" actId="20577"/>
          <ac:spMkLst>
            <pc:docMk/>
            <pc:sldMk cId="0" sldId="263"/>
            <ac:spMk id="202" creationId="{00000000-0000-0000-0000-000000000000}"/>
          </ac:spMkLst>
        </pc:spChg>
        <pc:spChg chg="del mod">
          <ac:chgData name="Simran Preet" userId="42087d9f78dbaba0" providerId="LiveId" clId="{84BB592E-71B9-4DA6-983B-76C982766C7D}" dt="2026-04-28T02:54:35.987" v="390" actId="478"/>
          <ac:spMkLst>
            <pc:docMk/>
            <pc:sldMk cId="0" sldId="263"/>
            <ac:spMk id="209" creationId="{00000000-0000-0000-0000-000000000000}"/>
          </ac:spMkLst>
        </pc:spChg>
        <pc:spChg chg="add del">
          <ac:chgData name="Simran Preet" userId="42087d9f78dbaba0" providerId="LiveId" clId="{84BB592E-71B9-4DA6-983B-76C982766C7D}" dt="2026-04-28T02:54:37.319" v="391" actId="478"/>
          <ac:spMkLst>
            <pc:docMk/>
            <pc:sldMk cId="0" sldId="263"/>
            <ac:spMk id="210" creationId="{00000000-0000-0000-0000-000000000000}"/>
          </ac:spMkLst>
        </pc:spChg>
        <pc:spChg chg="mod">
          <ac:chgData name="Simran Preet" userId="42087d9f78dbaba0" providerId="LiveId" clId="{84BB592E-71B9-4DA6-983B-76C982766C7D}" dt="2026-04-28T03:01:27.968" v="584" actId="255"/>
          <ac:spMkLst>
            <pc:docMk/>
            <pc:sldMk cId="0" sldId="263"/>
            <ac:spMk id="211" creationId="{00000000-0000-0000-0000-000000000000}"/>
          </ac:spMkLst>
        </pc:spChg>
        <pc:spChg chg="del mod">
          <ac:chgData name="Simran Preet" userId="42087d9f78dbaba0" providerId="LiveId" clId="{84BB592E-71B9-4DA6-983B-76C982766C7D}" dt="2026-04-28T02:54:40.535" v="393" actId="478"/>
          <ac:spMkLst>
            <pc:docMk/>
            <pc:sldMk cId="0" sldId="263"/>
            <ac:spMk id="212" creationId="{00000000-0000-0000-0000-000000000000}"/>
          </ac:spMkLst>
        </pc:spChg>
        <pc:spChg chg="add del">
          <ac:chgData name="Simran Preet" userId="42087d9f78dbaba0" providerId="LiveId" clId="{84BB592E-71B9-4DA6-983B-76C982766C7D}" dt="2026-04-28T02:54:34.375" v="389" actId="478"/>
          <ac:spMkLst>
            <pc:docMk/>
            <pc:sldMk cId="0" sldId="263"/>
            <ac:spMk id="213" creationId="{00000000-0000-0000-0000-000000000000}"/>
          </ac:spMkLst>
        </pc:spChg>
        <pc:spChg chg="add del">
          <ac:chgData name="Simran Preet" userId="42087d9f78dbaba0" providerId="LiveId" clId="{84BB592E-71B9-4DA6-983B-76C982766C7D}" dt="2026-04-28T02:52:17.589" v="364" actId="478"/>
          <ac:spMkLst>
            <pc:docMk/>
            <pc:sldMk cId="0" sldId="263"/>
            <ac:spMk id="214" creationId="{00000000-0000-0000-0000-000000000000}"/>
          </ac:spMkLst>
        </pc:spChg>
        <pc:spChg chg="add del mod">
          <ac:chgData name="Simran Preet" userId="42087d9f78dbaba0" providerId="LiveId" clId="{84BB592E-71B9-4DA6-983B-76C982766C7D}" dt="2026-04-28T02:54:30.678" v="388" actId="478"/>
          <ac:spMkLst>
            <pc:docMk/>
            <pc:sldMk cId="0" sldId="263"/>
            <ac:spMk id="215" creationId="{00000000-0000-0000-0000-000000000000}"/>
          </ac:spMkLst>
        </pc:spChg>
        <pc:spChg chg="del">
          <ac:chgData name="Simran Preet" userId="42087d9f78dbaba0" providerId="LiveId" clId="{84BB592E-71B9-4DA6-983B-76C982766C7D}" dt="2026-04-28T02:52:21.383" v="365" actId="478"/>
          <ac:spMkLst>
            <pc:docMk/>
            <pc:sldMk cId="0" sldId="263"/>
            <ac:spMk id="216" creationId="{00000000-0000-0000-0000-000000000000}"/>
          </ac:spMkLst>
        </pc:spChg>
        <pc:spChg chg="del">
          <ac:chgData name="Simran Preet" userId="42087d9f78dbaba0" providerId="LiveId" clId="{84BB592E-71B9-4DA6-983B-76C982766C7D}" dt="2026-04-28T02:54:46.876" v="396" actId="478"/>
          <ac:spMkLst>
            <pc:docMk/>
            <pc:sldMk cId="0" sldId="263"/>
            <ac:spMk id="217" creationId="{00000000-0000-0000-0000-000000000000}"/>
          </ac:spMkLst>
        </pc:spChg>
        <pc:spChg chg="del mod">
          <ac:chgData name="Simran Preet" userId="42087d9f78dbaba0" providerId="LiveId" clId="{84BB592E-71B9-4DA6-983B-76C982766C7D}" dt="2026-04-28T02:57:19.284" v="409" actId="21"/>
          <ac:spMkLst>
            <pc:docMk/>
            <pc:sldMk cId="0" sldId="263"/>
            <ac:spMk id="218" creationId="{00000000-0000-0000-0000-000000000000}"/>
          </ac:spMkLst>
        </pc:spChg>
        <pc:spChg chg="del">
          <ac:chgData name="Simran Preet" userId="42087d9f78dbaba0" providerId="LiveId" clId="{84BB592E-71B9-4DA6-983B-76C982766C7D}" dt="2026-04-28T02:54:39.155" v="392" actId="478"/>
          <ac:spMkLst>
            <pc:docMk/>
            <pc:sldMk cId="0" sldId="263"/>
            <ac:spMk id="219" creationId="{00000000-0000-0000-0000-000000000000}"/>
          </ac:spMkLst>
        </pc:spChg>
        <pc:grpChg chg="mod">
          <ac:chgData name="Simran Preet" userId="42087d9f78dbaba0" providerId="LiveId" clId="{84BB592E-71B9-4DA6-983B-76C982766C7D}" dt="2026-04-28T02:56:16.960" v="403" actId="1076"/>
          <ac:grpSpMkLst>
            <pc:docMk/>
            <pc:sldMk cId="0" sldId="263"/>
            <ac:grpSpMk id="197" creationId="{00000000-0000-0000-0000-000000000000}"/>
          </ac:grpSpMkLst>
        </pc:grpChg>
        <pc:grpChg chg="mod">
          <ac:chgData name="Simran Preet" userId="42087d9f78dbaba0" providerId="LiveId" clId="{84BB592E-71B9-4DA6-983B-76C982766C7D}" dt="2026-04-28T03:01:40.481" v="586" actId="1076"/>
          <ac:grpSpMkLst>
            <pc:docMk/>
            <pc:sldMk cId="0" sldId="263"/>
            <ac:grpSpMk id="200" creationId="{00000000-0000-0000-0000-000000000000}"/>
          </ac:grpSpMkLst>
        </pc:grpChg>
        <pc:grpChg chg="del">
          <ac:chgData name="Simran Preet" userId="42087d9f78dbaba0" providerId="LiveId" clId="{84BB592E-71B9-4DA6-983B-76C982766C7D}" dt="2026-04-28T02:54:49.096" v="397" actId="478"/>
          <ac:grpSpMkLst>
            <pc:docMk/>
            <pc:sldMk cId="0" sldId="263"/>
            <ac:grpSpMk id="203" creationId="{00000000-0000-0000-0000-000000000000}"/>
          </ac:grpSpMkLst>
        </pc:grpChg>
        <pc:picChg chg="add del mod">
          <ac:chgData name="Simran Preet" userId="42087d9f78dbaba0" providerId="LiveId" clId="{84BB592E-71B9-4DA6-983B-76C982766C7D}" dt="2026-04-28T02:58:40.801" v="417" actId="21"/>
          <ac:picMkLst>
            <pc:docMk/>
            <pc:sldMk cId="0" sldId="263"/>
            <ac:picMk id="14" creationId="{680F847B-7564-F042-861C-9054CC0E16A5}"/>
          </ac:picMkLst>
        </pc:picChg>
        <pc:picChg chg="add mod">
          <ac:chgData name="Simran Preet" userId="42087d9f78dbaba0" providerId="LiveId" clId="{84BB592E-71B9-4DA6-983B-76C982766C7D}" dt="2026-04-28T02:58:47.037" v="418"/>
          <ac:picMkLst>
            <pc:docMk/>
            <pc:sldMk cId="0" sldId="263"/>
            <ac:picMk id="15" creationId="{47B491F1-6B2B-6076-A8EF-5EDFA0213990}"/>
          </ac:picMkLst>
        </pc:picChg>
        <pc:cxnChg chg="add mod">
          <ac:chgData name="Simran Preet" userId="42087d9f78dbaba0" providerId="LiveId" clId="{84BB592E-71B9-4DA6-983B-76C982766C7D}" dt="2026-04-28T02:57:34.753" v="412" actId="14100"/>
          <ac:cxnSpMkLst>
            <pc:docMk/>
            <pc:sldMk cId="0" sldId="263"/>
            <ac:cxnSpMk id="7" creationId="{0B5B87BC-05D8-B1B4-81FB-31154B8F1B1F}"/>
          </ac:cxnSpMkLst>
        </pc:cxnChg>
        <pc:cxnChg chg="mod">
          <ac:chgData name="Simran Preet" userId="42087d9f78dbaba0" providerId="LiveId" clId="{84BB592E-71B9-4DA6-983B-76C982766C7D}" dt="2026-04-28T02:56:57.259" v="407" actId="208"/>
          <ac:cxnSpMkLst>
            <pc:docMk/>
            <pc:sldMk cId="0" sldId="263"/>
            <ac:cxnSpMk id="198" creationId="{00000000-0000-0000-0000-000000000000}"/>
          </ac:cxnSpMkLst>
        </pc:cxnChg>
        <pc:cxnChg chg="mod">
          <ac:chgData name="Simran Preet" userId="42087d9f78dbaba0" providerId="LiveId" clId="{84BB592E-71B9-4DA6-983B-76C982766C7D}" dt="2026-04-28T02:56:38.226" v="406" actId="208"/>
          <ac:cxnSpMkLst>
            <pc:docMk/>
            <pc:sldMk cId="0" sldId="263"/>
            <ac:cxnSpMk id="201" creationId="{00000000-0000-0000-0000-000000000000}"/>
          </ac:cxnSpMkLst>
        </pc:cxnChg>
      </pc:sldChg>
      <pc:sldChg chg="modSp mod">
        <pc:chgData name="Simran Preet" userId="42087d9f78dbaba0" providerId="LiveId" clId="{84BB592E-71B9-4DA6-983B-76C982766C7D}" dt="2026-04-28T03:16:19.167" v="930" actId="2711"/>
        <pc:sldMkLst>
          <pc:docMk/>
          <pc:sldMk cId="0" sldId="264"/>
        </pc:sldMkLst>
        <pc:spChg chg="mod">
          <ac:chgData name="Simran Preet" userId="42087d9f78dbaba0" providerId="LiveId" clId="{84BB592E-71B9-4DA6-983B-76C982766C7D}" dt="2026-04-28T03:04:16.606" v="784" actId="20577"/>
          <ac:spMkLst>
            <pc:docMk/>
            <pc:sldMk cId="0" sldId="264"/>
            <ac:spMk id="225" creationId="{00000000-0000-0000-0000-000000000000}"/>
          </ac:spMkLst>
        </pc:spChg>
        <pc:graphicFrameChg chg="mod modGraphic">
          <ac:chgData name="Simran Preet" userId="42087d9f78dbaba0" providerId="LiveId" clId="{84BB592E-71B9-4DA6-983B-76C982766C7D}" dt="2026-04-28T03:16:19.167" v="930" actId="2711"/>
          <ac:graphicFrameMkLst>
            <pc:docMk/>
            <pc:sldMk cId="0" sldId="264"/>
            <ac:graphicFrameMk id="6" creationId="{4A255800-0B5F-FC06-709A-3A72AFC618CD}"/>
          </ac:graphicFrameMkLst>
        </pc:graphicFrameChg>
      </pc:sldChg>
      <pc:sldChg chg="del">
        <pc:chgData name="Simran Preet" userId="42087d9f78dbaba0" providerId="LiveId" clId="{84BB592E-71B9-4DA6-983B-76C982766C7D}" dt="2026-04-28T03:25:15.366" v="931" actId="2696"/>
        <pc:sldMkLst>
          <pc:docMk/>
          <pc:sldMk cId="0" sldId="265"/>
        </pc:sldMkLst>
      </pc:sldChg>
      <pc:sldChg chg="modSp mod">
        <pc:chgData name="Simran Preet" userId="42087d9f78dbaba0" providerId="LiveId" clId="{84BB592E-71B9-4DA6-983B-76C982766C7D}" dt="2026-04-28T03:27:40.050" v="959" actId="20577"/>
        <pc:sldMkLst>
          <pc:docMk/>
          <pc:sldMk cId="0" sldId="266"/>
        </pc:sldMkLst>
        <pc:spChg chg="mod">
          <ac:chgData name="Simran Preet" userId="42087d9f78dbaba0" providerId="LiveId" clId="{84BB592E-71B9-4DA6-983B-76C982766C7D}" dt="2026-04-28T03:27:40.050" v="959" actId="20577"/>
          <ac:spMkLst>
            <pc:docMk/>
            <pc:sldMk cId="0" sldId="266"/>
            <ac:spMk id="295" creationId="{00000000-0000-0000-0000-000000000000}"/>
          </ac:spMkLst>
        </pc:spChg>
        <pc:graphicFrameChg chg="mod modGraphic">
          <ac:chgData name="Simran Preet" userId="42087d9f78dbaba0" providerId="LiveId" clId="{84BB592E-71B9-4DA6-983B-76C982766C7D}" dt="2026-04-28T03:27:21.878" v="940"/>
          <ac:graphicFrameMkLst>
            <pc:docMk/>
            <pc:sldMk cId="0" sldId="266"/>
            <ac:graphicFrameMk id="2" creationId="{6C2F794E-15FA-F56C-6B41-2E9D4A1B6EB2}"/>
          </ac:graphicFrameMkLst>
        </pc:graphicFrameChg>
      </pc:sldChg>
      <pc:sldChg chg="del">
        <pc:chgData name="Simran Preet" userId="42087d9f78dbaba0" providerId="LiveId" clId="{84BB592E-71B9-4DA6-983B-76C982766C7D}" dt="2026-04-28T03:25:31.443" v="932" actId="2696"/>
        <pc:sldMkLst>
          <pc:docMk/>
          <pc:sldMk cId="0" sldId="27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0228F7-789D-4A4D-A850-BA0F5F8DC413}" type="doc">
      <dgm:prSet loTypeId="urn:microsoft.com/office/officeart/2005/8/layout/list1" loCatId="list" qsTypeId="urn:microsoft.com/office/officeart/2005/8/quickstyle/simple1" qsCatId="simple" csTypeId="urn:microsoft.com/office/officeart/2005/8/colors/accent6_1" csCatId="accent6" phldr="1"/>
      <dgm:spPr/>
      <dgm:t>
        <a:bodyPr/>
        <a:lstStyle/>
        <a:p>
          <a:endParaRPr lang="en-IN"/>
        </a:p>
      </dgm:t>
    </dgm:pt>
    <dgm:pt modelId="{06432708-7977-4D28-BCB1-F3B52CD9F8B3}">
      <dgm:prSet phldrT="[Text]" custT="1"/>
      <dgm:spPr/>
      <dgm:t>
        <a:bodyPr/>
        <a:lstStyle/>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Data Acquisition Layer (Input)</a:t>
          </a:r>
        </a:p>
        <a:p>
          <a:pPr algn="jus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Dataset</a:t>
          </a:r>
          <a:r>
            <a:rPr lang="en-US" sz="1400" dirty="0">
              <a:latin typeface="Times New Roman" panose="02020603050405020304" pitchFamily="18" charset="0"/>
              <a:cs typeface="Times New Roman" panose="02020603050405020304" pitchFamily="18" charset="0"/>
            </a:rPr>
            <a:t> → High-volume corpus of 52,681 records</a:t>
          </a:r>
          <a:r>
            <a:rPr lang="en-US" sz="1400" dirty="0"/>
            <a:t>.</a:t>
          </a:r>
        </a:p>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Input</a:t>
          </a:r>
          <a:r>
            <a:rPr lang="en-US" sz="1400" dirty="0">
              <a:latin typeface="Times New Roman" panose="02020603050405020304" pitchFamily="18" charset="0"/>
              <a:cs typeface="Times New Roman" panose="02020603050405020304" pitchFamily="18" charset="0"/>
            </a:rPr>
            <a:t> → Social media "digital footprints" and textual behavioral markers.</a:t>
          </a:r>
          <a:endParaRPr lang="en-IN" sz="1400" dirty="0">
            <a:latin typeface="Times New Roman" panose="02020603050405020304" pitchFamily="18" charset="0"/>
            <a:cs typeface="Times New Roman" panose="02020603050405020304" pitchFamily="18" charset="0"/>
          </a:endParaRPr>
        </a:p>
      </dgm:t>
    </dgm:pt>
    <dgm:pt modelId="{25AE4E59-4FC3-4961-9A0D-F0070CEE108E}" type="parTrans" cxnId="{EB8B5A1F-6D9E-4189-A02D-534A9940EA11}">
      <dgm:prSet/>
      <dgm:spPr/>
      <dgm:t>
        <a:bodyPr/>
        <a:lstStyle/>
        <a:p>
          <a:endParaRPr lang="en-IN"/>
        </a:p>
      </dgm:t>
    </dgm:pt>
    <dgm:pt modelId="{455C7572-F572-43B5-B98F-702004FDB2C0}" type="sibTrans" cxnId="{EB8B5A1F-6D9E-4189-A02D-534A9940EA11}">
      <dgm:prSet/>
      <dgm:spPr/>
      <dgm:t>
        <a:bodyPr/>
        <a:lstStyle/>
        <a:p>
          <a:endParaRPr lang="en-IN"/>
        </a:p>
      </dgm:t>
    </dgm:pt>
    <dgm:pt modelId="{D09C8865-C057-4239-ADD6-7E46A4F924A2}">
      <dgm:prSet phldrT="[Text]" custT="1"/>
      <dgm:spPr/>
      <dgm:t>
        <a:bodyPr/>
        <a:lstStyle/>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NLP Computational Layer (Processing-Python)</a:t>
          </a:r>
        </a:p>
        <a:p>
          <a:pPr algn="jus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Preprocessing</a:t>
          </a:r>
          <a:r>
            <a:rPr lang="en-US" sz="1400" dirty="0">
              <a:latin typeface="Times New Roman" panose="02020603050405020304" pitchFamily="18" charset="0"/>
              <a:cs typeface="Times New Roman" panose="02020603050405020304" pitchFamily="18" charset="0"/>
            </a:rPr>
            <a:t> → Lemmatization, noise removal, and stop-word filtering.</a:t>
          </a:r>
        </a:p>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Feature Engineering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TF-IDF vectorization (Capped at 5,000 features).</a:t>
          </a:r>
          <a:endParaRPr lang="en-IN" sz="1400" dirty="0">
            <a:latin typeface="Times New Roman" panose="02020603050405020304" pitchFamily="18" charset="0"/>
            <a:cs typeface="Times New Roman" panose="02020603050405020304" pitchFamily="18" charset="0"/>
          </a:endParaRPr>
        </a:p>
      </dgm:t>
    </dgm:pt>
    <dgm:pt modelId="{E136A66F-A4AF-4609-83FA-981668AAB4E9}" type="parTrans" cxnId="{A721CA1B-5D41-4C77-B418-DA772BB85278}">
      <dgm:prSet/>
      <dgm:spPr/>
      <dgm:t>
        <a:bodyPr/>
        <a:lstStyle/>
        <a:p>
          <a:endParaRPr lang="en-IN"/>
        </a:p>
      </dgm:t>
    </dgm:pt>
    <dgm:pt modelId="{87909C5F-6FC4-44C3-A7C8-0E48019A1A15}" type="sibTrans" cxnId="{A721CA1B-5D41-4C77-B418-DA772BB85278}">
      <dgm:prSet/>
      <dgm:spPr/>
      <dgm:t>
        <a:bodyPr/>
        <a:lstStyle/>
        <a:p>
          <a:endParaRPr lang="en-IN"/>
        </a:p>
      </dgm:t>
    </dgm:pt>
    <dgm:pt modelId="{4832081B-06AE-4884-BB39-4E1B594A9C00}">
      <dgm:prSet phldrT="[Text]" custT="1"/>
      <dgm:spPr/>
      <dgm:t>
        <a:bodyPr/>
        <a:lstStyle/>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Predictive Intelligence Layer (Output-Linear SVM)</a:t>
          </a:r>
        </a:p>
        <a:p>
          <a:pPr algn="just">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Classification</a:t>
          </a:r>
          <a:r>
            <a:rPr lang="en-US" sz="1400" dirty="0">
              <a:latin typeface="Times New Roman" panose="02020603050405020304" pitchFamily="18" charset="0"/>
              <a:cs typeface="Times New Roman" panose="02020603050405020304" pitchFamily="18" charset="0"/>
            </a:rPr>
            <a:t>→ Multi-class categorization into 7 mental health states.</a:t>
          </a:r>
        </a:p>
        <a:p>
          <a:pPr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Validation</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Evaluation of precision, recall, and F1-scores.</a:t>
          </a:r>
          <a:endParaRPr lang="en-IN" sz="1400" dirty="0">
            <a:latin typeface="Times New Roman" panose="02020603050405020304" pitchFamily="18" charset="0"/>
            <a:cs typeface="Times New Roman" panose="02020603050405020304" pitchFamily="18" charset="0"/>
          </a:endParaRPr>
        </a:p>
      </dgm:t>
    </dgm:pt>
    <dgm:pt modelId="{E7873241-464C-42A8-9D75-48095CAACA41}" type="parTrans" cxnId="{127C9110-E4A1-40A6-8351-C552905F8E05}">
      <dgm:prSet/>
      <dgm:spPr/>
      <dgm:t>
        <a:bodyPr/>
        <a:lstStyle/>
        <a:p>
          <a:endParaRPr lang="en-IN"/>
        </a:p>
      </dgm:t>
    </dgm:pt>
    <dgm:pt modelId="{2AA78248-B906-4A5B-BBFD-06199ACCEAF0}" type="sibTrans" cxnId="{127C9110-E4A1-40A6-8351-C552905F8E05}">
      <dgm:prSet/>
      <dgm:spPr/>
      <dgm:t>
        <a:bodyPr/>
        <a:lstStyle/>
        <a:p>
          <a:endParaRPr lang="en-IN"/>
        </a:p>
      </dgm:t>
    </dgm:pt>
    <dgm:pt modelId="{A93BAE78-4A04-47D0-936F-BCBF113D4C77}" type="pres">
      <dgm:prSet presAssocID="{E70228F7-789D-4A4D-A850-BA0F5F8DC413}" presName="linear" presStyleCnt="0">
        <dgm:presLayoutVars>
          <dgm:dir/>
          <dgm:animLvl val="lvl"/>
          <dgm:resizeHandles val="exact"/>
        </dgm:presLayoutVars>
      </dgm:prSet>
      <dgm:spPr/>
    </dgm:pt>
    <dgm:pt modelId="{D7F07063-6090-457A-811A-37FE37DED0B7}" type="pres">
      <dgm:prSet presAssocID="{06432708-7977-4D28-BCB1-F3B52CD9F8B3}" presName="parentLin" presStyleCnt="0"/>
      <dgm:spPr/>
    </dgm:pt>
    <dgm:pt modelId="{975F717D-778E-40B7-987C-2443DA3DE2D0}" type="pres">
      <dgm:prSet presAssocID="{06432708-7977-4D28-BCB1-F3B52CD9F8B3}" presName="parentLeftMargin" presStyleLbl="node1" presStyleIdx="0" presStyleCnt="3"/>
      <dgm:spPr/>
    </dgm:pt>
    <dgm:pt modelId="{EE2A6542-B141-4DC2-9774-8684297E38C4}" type="pres">
      <dgm:prSet presAssocID="{06432708-7977-4D28-BCB1-F3B52CD9F8B3}" presName="parentText" presStyleLbl="node1" presStyleIdx="0" presStyleCnt="3" custScaleX="142857" custScaleY="210073">
        <dgm:presLayoutVars>
          <dgm:chMax val="0"/>
          <dgm:bulletEnabled val="1"/>
        </dgm:presLayoutVars>
      </dgm:prSet>
      <dgm:spPr/>
    </dgm:pt>
    <dgm:pt modelId="{B4AA5350-3DE9-4F4F-B23A-420266BCC675}" type="pres">
      <dgm:prSet presAssocID="{06432708-7977-4D28-BCB1-F3B52CD9F8B3}" presName="negativeSpace" presStyleCnt="0"/>
      <dgm:spPr/>
    </dgm:pt>
    <dgm:pt modelId="{F3F20D00-7D0D-45B0-B8A7-F5472E56F38E}" type="pres">
      <dgm:prSet presAssocID="{06432708-7977-4D28-BCB1-F3B52CD9F8B3}" presName="childText" presStyleLbl="conFgAcc1" presStyleIdx="0" presStyleCnt="3">
        <dgm:presLayoutVars>
          <dgm:bulletEnabled val="1"/>
        </dgm:presLayoutVars>
      </dgm:prSet>
      <dgm:spPr/>
    </dgm:pt>
    <dgm:pt modelId="{BA41D902-CBA1-46A9-8416-DBF7B79FA3CF}" type="pres">
      <dgm:prSet presAssocID="{455C7572-F572-43B5-B98F-702004FDB2C0}" presName="spaceBetweenRectangles" presStyleCnt="0"/>
      <dgm:spPr/>
    </dgm:pt>
    <dgm:pt modelId="{FCFEA44C-8E1A-492F-8D73-B847356302E4}" type="pres">
      <dgm:prSet presAssocID="{D09C8865-C057-4239-ADD6-7E46A4F924A2}" presName="parentLin" presStyleCnt="0"/>
      <dgm:spPr/>
    </dgm:pt>
    <dgm:pt modelId="{E0638DF8-D0DB-446D-BB47-E8DCEE71D661}" type="pres">
      <dgm:prSet presAssocID="{D09C8865-C057-4239-ADD6-7E46A4F924A2}" presName="parentLeftMargin" presStyleLbl="node1" presStyleIdx="0" presStyleCnt="3"/>
      <dgm:spPr/>
    </dgm:pt>
    <dgm:pt modelId="{1351CFCE-35CE-4491-8876-F9F7DF9FD1F3}" type="pres">
      <dgm:prSet presAssocID="{D09C8865-C057-4239-ADD6-7E46A4F924A2}" presName="parentText" presStyleLbl="node1" presStyleIdx="1" presStyleCnt="3" custScaleX="138661" custScaleY="231989">
        <dgm:presLayoutVars>
          <dgm:chMax val="0"/>
          <dgm:bulletEnabled val="1"/>
        </dgm:presLayoutVars>
      </dgm:prSet>
      <dgm:spPr/>
    </dgm:pt>
    <dgm:pt modelId="{D2FBA1CF-7905-4652-A31F-B6CFA13148F5}" type="pres">
      <dgm:prSet presAssocID="{D09C8865-C057-4239-ADD6-7E46A4F924A2}" presName="negativeSpace" presStyleCnt="0"/>
      <dgm:spPr/>
    </dgm:pt>
    <dgm:pt modelId="{423D43A7-DB68-4ED0-A45C-BE3682E605B2}" type="pres">
      <dgm:prSet presAssocID="{D09C8865-C057-4239-ADD6-7E46A4F924A2}" presName="childText" presStyleLbl="conFgAcc1" presStyleIdx="1" presStyleCnt="3">
        <dgm:presLayoutVars>
          <dgm:bulletEnabled val="1"/>
        </dgm:presLayoutVars>
      </dgm:prSet>
      <dgm:spPr/>
    </dgm:pt>
    <dgm:pt modelId="{CCEA49D7-F767-4C87-A082-51CF4AB8F41C}" type="pres">
      <dgm:prSet presAssocID="{87909C5F-6FC4-44C3-A7C8-0E48019A1A15}" presName="spaceBetweenRectangles" presStyleCnt="0"/>
      <dgm:spPr/>
    </dgm:pt>
    <dgm:pt modelId="{C123F169-431A-4A2C-BD4D-9A68C6E0DE74}" type="pres">
      <dgm:prSet presAssocID="{4832081B-06AE-4884-BB39-4E1B594A9C00}" presName="parentLin" presStyleCnt="0"/>
      <dgm:spPr/>
    </dgm:pt>
    <dgm:pt modelId="{FF39408A-BFB3-425C-9D78-17B26D52E756}" type="pres">
      <dgm:prSet presAssocID="{4832081B-06AE-4884-BB39-4E1B594A9C00}" presName="parentLeftMargin" presStyleLbl="node1" presStyleIdx="1" presStyleCnt="3"/>
      <dgm:spPr/>
    </dgm:pt>
    <dgm:pt modelId="{B5022886-DE78-4E79-869F-44B927A6DA15}" type="pres">
      <dgm:prSet presAssocID="{4832081B-06AE-4884-BB39-4E1B594A9C00}" presName="parentText" presStyleLbl="node1" presStyleIdx="2" presStyleCnt="3" custScaleX="142857" custScaleY="176308">
        <dgm:presLayoutVars>
          <dgm:chMax val="0"/>
          <dgm:bulletEnabled val="1"/>
        </dgm:presLayoutVars>
      </dgm:prSet>
      <dgm:spPr/>
    </dgm:pt>
    <dgm:pt modelId="{3D12324D-7FD1-4421-9A7B-14AA7AD47E36}" type="pres">
      <dgm:prSet presAssocID="{4832081B-06AE-4884-BB39-4E1B594A9C00}" presName="negativeSpace" presStyleCnt="0"/>
      <dgm:spPr/>
    </dgm:pt>
    <dgm:pt modelId="{8E1DF36B-E0EE-420D-BDE4-3BC338D66BE0}" type="pres">
      <dgm:prSet presAssocID="{4832081B-06AE-4884-BB39-4E1B594A9C00}" presName="childText" presStyleLbl="conFgAcc1" presStyleIdx="2" presStyleCnt="3">
        <dgm:presLayoutVars>
          <dgm:bulletEnabled val="1"/>
        </dgm:presLayoutVars>
      </dgm:prSet>
      <dgm:spPr/>
    </dgm:pt>
  </dgm:ptLst>
  <dgm:cxnLst>
    <dgm:cxn modelId="{127C9110-E4A1-40A6-8351-C552905F8E05}" srcId="{E70228F7-789D-4A4D-A850-BA0F5F8DC413}" destId="{4832081B-06AE-4884-BB39-4E1B594A9C00}" srcOrd="2" destOrd="0" parTransId="{E7873241-464C-42A8-9D75-48095CAACA41}" sibTransId="{2AA78248-B906-4A5B-BBFD-06199ACCEAF0}"/>
    <dgm:cxn modelId="{A721CA1B-5D41-4C77-B418-DA772BB85278}" srcId="{E70228F7-789D-4A4D-A850-BA0F5F8DC413}" destId="{D09C8865-C057-4239-ADD6-7E46A4F924A2}" srcOrd="1" destOrd="0" parTransId="{E136A66F-A4AF-4609-83FA-981668AAB4E9}" sibTransId="{87909C5F-6FC4-44C3-A7C8-0E48019A1A15}"/>
    <dgm:cxn modelId="{EB8B5A1F-6D9E-4189-A02D-534A9940EA11}" srcId="{E70228F7-789D-4A4D-A850-BA0F5F8DC413}" destId="{06432708-7977-4D28-BCB1-F3B52CD9F8B3}" srcOrd="0" destOrd="0" parTransId="{25AE4E59-4FC3-4961-9A0D-F0070CEE108E}" sibTransId="{455C7572-F572-43B5-B98F-702004FDB2C0}"/>
    <dgm:cxn modelId="{BD530C65-76F0-4B85-816D-677465611B6D}" type="presOf" srcId="{E70228F7-789D-4A4D-A850-BA0F5F8DC413}" destId="{A93BAE78-4A04-47D0-936F-BCBF113D4C77}" srcOrd="0" destOrd="0" presId="urn:microsoft.com/office/officeart/2005/8/layout/list1"/>
    <dgm:cxn modelId="{99F34582-51BA-4408-A855-09D197A2A00B}" type="presOf" srcId="{06432708-7977-4D28-BCB1-F3B52CD9F8B3}" destId="{EE2A6542-B141-4DC2-9774-8684297E38C4}" srcOrd="1" destOrd="0" presId="urn:microsoft.com/office/officeart/2005/8/layout/list1"/>
    <dgm:cxn modelId="{77936785-0C3B-4283-8B11-8EF0B1499200}" type="presOf" srcId="{4832081B-06AE-4884-BB39-4E1B594A9C00}" destId="{FF39408A-BFB3-425C-9D78-17B26D52E756}" srcOrd="0" destOrd="0" presId="urn:microsoft.com/office/officeart/2005/8/layout/list1"/>
    <dgm:cxn modelId="{1B492FB0-6AC4-4994-8940-9E5C253CD073}" type="presOf" srcId="{D09C8865-C057-4239-ADD6-7E46A4F924A2}" destId="{1351CFCE-35CE-4491-8876-F9F7DF9FD1F3}" srcOrd="1" destOrd="0" presId="urn:microsoft.com/office/officeart/2005/8/layout/list1"/>
    <dgm:cxn modelId="{6065CCCD-9139-4396-9CF4-6D3DA4812675}" type="presOf" srcId="{D09C8865-C057-4239-ADD6-7E46A4F924A2}" destId="{E0638DF8-D0DB-446D-BB47-E8DCEE71D661}" srcOrd="0" destOrd="0" presId="urn:microsoft.com/office/officeart/2005/8/layout/list1"/>
    <dgm:cxn modelId="{B19259DB-B00F-408C-813C-F83F2C164B0C}" type="presOf" srcId="{4832081B-06AE-4884-BB39-4E1B594A9C00}" destId="{B5022886-DE78-4E79-869F-44B927A6DA15}" srcOrd="1" destOrd="0" presId="urn:microsoft.com/office/officeart/2005/8/layout/list1"/>
    <dgm:cxn modelId="{2EBDF0E3-5DFA-4C47-8F78-1968B329DDA8}" type="presOf" srcId="{06432708-7977-4D28-BCB1-F3B52CD9F8B3}" destId="{975F717D-778E-40B7-987C-2443DA3DE2D0}" srcOrd="0" destOrd="0" presId="urn:microsoft.com/office/officeart/2005/8/layout/list1"/>
    <dgm:cxn modelId="{3E10F2B1-12D9-4E1F-A13C-2318113BDB6A}" type="presParOf" srcId="{A93BAE78-4A04-47D0-936F-BCBF113D4C77}" destId="{D7F07063-6090-457A-811A-37FE37DED0B7}" srcOrd="0" destOrd="0" presId="urn:microsoft.com/office/officeart/2005/8/layout/list1"/>
    <dgm:cxn modelId="{B21EFCCF-F504-415E-A991-16E76669913C}" type="presParOf" srcId="{D7F07063-6090-457A-811A-37FE37DED0B7}" destId="{975F717D-778E-40B7-987C-2443DA3DE2D0}" srcOrd="0" destOrd="0" presId="urn:microsoft.com/office/officeart/2005/8/layout/list1"/>
    <dgm:cxn modelId="{EBE16A59-719F-469D-B744-3E404E24778E}" type="presParOf" srcId="{D7F07063-6090-457A-811A-37FE37DED0B7}" destId="{EE2A6542-B141-4DC2-9774-8684297E38C4}" srcOrd="1" destOrd="0" presId="urn:microsoft.com/office/officeart/2005/8/layout/list1"/>
    <dgm:cxn modelId="{9DB7DB06-FF56-445C-91C1-BE66DE00C429}" type="presParOf" srcId="{A93BAE78-4A04-47D0-936F-BCBF113D4C77}" destId="{B4AA5350-3DE9-4F4F-B23A-420266BCC675}" srcOrd="1" destOrd="0" presId="urn:microsoft.com/office/officeart/2005/8/layout/list1"/>
    <dgm:cxn modelId="{101171AD-A65B-4340-A292-305103F1083E}" type="presParOf" srcId="{A93BAE78-4A04-47D0-936F-BCBF113D4C77}" destId="{F3F20D00-7D0D-45B0-B8A7-F5472E56F38E}" srcOrd="2" destOrd="0" presId="urn:microsoft.com/office/officeart/2005/8/layout/list1"/>
    <dgm:cxn modelId="{C7E909E5-ACFD-4C5C-9620-42721DD15193}" type="presParOf" srcId="{A93BAE78-4A04-47D0-936F-BCBF113D4C77}" destId="{BA41D902-CBA1-46A9-8416-DBF7B79FA3CF}" srcOrd="3" destOrd="0" presId="urn:microsoft.com/office/officeart/2005/8/layout/list1"/>
    <dgm:cxn modelId="{FF0A8C60-E89D-4363-BC7C-3CEEF4710639}" type="presParOf" srcId="{A93BAE78-4A04-47D0-936F-BCBF113D4C77}" destId="{FCFEA44C-8E1A-492F-8D73-B847356302E4}" srcOrd="4" destOrd="0" presId="urn:microsoft.com/office/officeart/2005/8/layout/list1"/>
    <dgm:cxn modelId="{DFE584CD-1401-4293-ABD1-44DE9A99D3F4}" type="presParOf" srcId="{FCFEA44C-8E1A-492F-8D73-B847356302E4}" destId="{E0638DF8-D0DB-446D-BB47-E8DCEE71D661}" srcOrd="0" destOrd="0" presId="urn:microsoft.com/office/officeart/2005/8/layout/list1"/>
    <dgm:cxn modelId="{06C863E8-F42E-4B9F-B9E2-DBAACC716020}" type="presParOf" srcId="{FCFEA44C-8E1A-492F-8D73-B847356302E4}" destId="{1351CFCE-35CE-4491-8876-F9F7DF9FD1F3}" srcOrd="1" destOrd="0" presId="urn:microsoft.com/office/officeart/2005/8/layout/list1"/>
    <dgm:cxn modelId="{182D8A2E-3A2C-4655-832D-D802442F5E09}" type="presParOf" srcId="{A93BAE78-4A04-47D0-936F-BCBF113D4C77}" destId="{D2FBA1CF-7905-4652-A31F-B6CFA13148F5}" srcOrd="5" destOrd="0" presId="urn:microsoft.com/office/officeart/2005/8/layout/list1"/>
    <dgm:cxn modelId="{75C97324-67BD-487D-B928-001E6F2C8630}" type="presParOf" srcId="{A93BAE78-4A04-47D0-936F-BCBF113D4C77}" destId="{423D43A7-DB68-4ED0-A45C-BE3682E605B2}" srcOrd="6" destOrd="0" presId="urn:microsoft.com/office/officeart/2005/8/layout/list1"/>
    <dgm:cxn modelId="{69366D83-B3EA-4CB1-8653-DBB1B8CC6CE0}" type="presParOf" srcId="{A93BAE78-4A04-47D0-936F-BCBF113D4C77}" destId="{CCEA49D7-F767-4C87-A082-51CF4AB8F41C}" srcOrd="7" destOrd="0" presId="urn:microsoft.com/office/officeart/2005/8/layout/list1"/>
    <dgm:cxn modelId="{85E372FA-ABAB-4A1A-BBFC-E4BB0C5EBD01}" type="presParOf" srcId="{A93BAE78-4A04-47D0-936F-BCBF113D4C77}" destId="{C123F169-431A-4A2C-BD4D-9A68C6E0DE74}" srcOrd="8" destOrd="0" presId="urn:microsoft.com/office/officeart/2005/8/layout/list1"/>
    <dgm:cxn modelId="{FBD86DE2-7308-4925-B639-156C46E93694}" type="presParOf" srcId="{C123F169-431A-4A2C-BD4D-9A68C6E0DE74}" destId="{FF39408A-BFB3-425C-9D78-17B26D52E756}" srcOrd="0" destOrd="0" presId="urn:microsoft.com/office/officeart/2005/8/layout/list1"/>
    <dgm:cxn modelId="{5B96C4B1-F69F-4A62-92E9-76A162F13C13}" type="presParOf" srcId="{C123F169-431A-4A2C-BD4D-9A68C6E0DE74}" destId="{B5022886-DE78-4E79-869F-44B927A6DA15}" srcOrd="1" destOrd="0" presId="urn:microsoft.com/office/officeart/2005/8/layout/list1"/>
    <dgm:cxn modelId="{8C959A3F-41C1-44B0-A863-298FAFE74E6A}" type="presParOf" srcId="{A93BAE78-4A04-47D0-936F-BCBF113D4C77}" destId="{3D12324D-7FD1-4421-9A7B-14AA7AD47E36}" srcOrd="9" destOrd="0" presId="urn:microsoft.com/office/officeart/2005/8/layout/list1"/>
    <dgm:cxn modelId="{6B96E266-C60D-4D6C-8CFA-75D45DCF730E}" type="presParOf" srcId="{A93BAE78-4A04-47D0-936F-BCBF113D4C77}" destId="{8E1DF36B-E0EE-420D-BDE4-3BC338D66BE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2024DEC-45B9-40C8-943A-F0987466D87C}" type="doc">
      <dgm:prSet loTypeId="urn:microsoft.com/office/officeart/2005/8/layout/matrix3" loCatId="matrix" qsTypeId="urn:microsoft.com/office/officeart/2005/8/quickstyle/simple2" qsCatId="simple" csTypeId="urn:microsoft.com/office/officeart/2005/8/colors/accent4_1" csCatId="accent4" phldr="1"/>
      <dgm:spPr/>
      <dgm:t>
        <a:bodyPr/>
        <a:lstStyle/>
        <a:p>
          <a:endParaRPr lang="en-IN"/>
        </a:p>
      </dgm:t>
    </dgm:pt>
    <dgm:pt modelId="{C816A886-B94B-416C-A70C-C48C37714F7B}">
      <dgm:prSet phldrT="[Text]"/>
      <dgm:spPr/>
      <dgm:t>
        <a:bodyPr/>
        <a:lstStyle/>
        <a:p>
          <a:pPr>
            <a:buFont typeface="Arial" panose="020B0604020202020204" pitchFamily="34" charset="0"/>
            <a:buChar char="•"/>
          </a:pPr>
          <a:r>
            <a:rPr lang="en-US" b="1" i="0" u="none" dirty="0">
              <a:latin typeface="Times New Roman" panose="02020603050405020304" pitchFamily="18" charset="0"/>
              <a:cs typeface="Times New Roman" panose="02020603050405020304" pitchFamily="18" charset="0"/>
            </a:rPr>
            <a:t>Non-Invasive Screening : </a:t>
          </a:r>
          <a:r>
            <a:rPr lang="en-US" dirty="0">
              <a:latin typeface="Times New Roman" panose="02020603050405020304" pitchFamily="18" charset="0"/>
              <a:cs typeface="Times New Roman" panose="02020603050405020304" pitchFamily="18" charset="0"/>
            </a:rPr>
            <a:t>Early detection using existing social media text.</a:t>
          </a:r>
          <a:endParaRPr lang="en-IN" b="1" i="0" u="none"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b="0" dirty="0">
            <a:latin typeface="Times New Roman" panose="02020603050405020304" pitchFamily="18" charset="0"/>
            <a:cs typeface="Times New Roman" panose="02020603050405020304" pitchFamily="18" charset="0"/>
          </a:endParaRPr>
        </a:p>
      </dgm:t>
    </dgm:pt>
    <dgm:pt modelId="{C5619B66-BB72-4884-9DA9-6083B3DCACAF}" type="parTrans" cxnId="{5A5D2C56-D8CF-4289-AF9B-BCA81F95DDA9}">
      <dgm:prSet/>
      <dgm:spPr/>
      <dgm:t>
        <a:bodyPr/>
        <a:lstStyle/>
        <a:p>
          <a:endParaRPr lang="en-IN"/>
        </a:p>
      </dgm:t>
    </dgm:pt>
    <dgm:pt modelId="{00FDD07C-D5A7-4E54-9A2B-F6B114FAA588}" type="sibTrans" cxnId="{5A5D2C56-D8CF-4289-AF9B-BCA81F95DDA9}">
      <dgm:prSet/>
      <dgm:spPr/>
      <dgm:t>
        <a:bodyPr/>
        <a:lstStyle/>
        <a:p>
          <a:endParaRPr lang="en-IN"/>
        </a:p>
      </dgm:t>
    </dgm:pt>
    <dgm:pt modelId="{B1F4D80A-062F-4365-88AA-ED0A374BD652}">
      <dgm:prSet phldrT="[Text]"/>
      <dgm:spPr/>
      <dgm:t>
        <a:bodyPr/>
        <a:lstStyle/>
        <a:p>
          <a:pPr>
            <a:buFont typeface="Arial" panose="020B0604020202020204" pitchFamily="34" charset="0"/>
            <a:buChar char="•"/>
          </a:pPr>
          <a:r>
            <a:rPr lang="en-US" b="1" i="0" u="none" dirty="0">
              <a:latin typeface="Times New Roman" panose="02020603050405020304" pitchFamily="18" charset="0"/>
              <a:cs typeface="Times New Roman" panose="02020603050405020304" pitchFamily="18" charset="0"/>
            </a:rPr>
            <a:t>Mathematically Robust: </a:t>
          </a:r>
          <a:r>
            <a:rPr lang="en-US" dirty="0">
              <a:latin typeface="Times New Roman" panose="02020603050405020304" pitchFamily="18" charset="0"/>
              <a:cs typeface="Times New Roman" panose="02020603050405020304" pitchFamily="18" charset="0"/>
            </a:rPr>
            <a:t>Optimized Linear SVM ensures high prediction accuracy. </a:t>
          </a:r>
          <a:endParaRPr lang="en-IN" b="0" dirty="0">
            <a:latin typeface="Times New Roman" panose="02020603050405020304" pitchFamily="18" charset="0"/>
            <a:cs typeface="Times New Roman" panose="02020603050405020304" pitchFamily="18" charset="0"/>
          </a:endParaRPr>
        </a:p>
      </dgm:t>
    </dgm:pt>
    <dgm:pt modelId="{50713B0B-BD48-4BA4-B0A8-91DA8F8892C5}" type="parTrans" cxnId="{F202E996-AC4C-43A1-91E4-47F2B92CCF74}">
      <dgm:prSet/>
      <dgm:spPr/>
      <dgm:t>
        <a:bodyPr/>
        <a:lstStyle/>
        <a:p>
          <a:endParaRPr lang="en-IN"/>
        </a:p>
      </dgm:t>
    </dgm:pt>
    <dgm:pt modelId="{8BFF79C4-45FD-481D-9ADD-BAA92B9D989F}" type="sibTrans" cxnId="{F202E996-AC4C-43A1-91E4-47F2B92CCF74}">
      <dgm:prSet/>
      <dgm:spPr/>
      <dgm:t>
        <a:bodyPr/>
        <a:lstStyle/>
        <a:p>
          <a:endParaRPr lang="en-IN"/>
        </a:p>
      </dgm:t>
    </dgm:pt>
    <dgm:pt modelId="{C2573F32-7291-40DE-9E75-40ECA438C831}">
      <dgm:prSet phldrT="[Text]" custT="1"/>
      <dgm:spPr/>
      <dgm:t>
        <a:bodyPr/>
        <a:lstStyle/>
        <a:p>
          <a:pPr>
            <a:buFont typeface="Arial" panose="020B0604020202020204" pitchFamily="34" charset="0"/>
            <a:buChar char="•"/>
          </a:pPr>
          <a:r>
            <a:rPr lang="en-US" sz="2000" b="1" i="0" u="none" dirty="0">
              <a:latin typeface="Times New Roman" panose="02020603050405020304" pitchFamily="18" charset="0"/>
              <a:cs typeface="Times New Roman" panose="02020603050405020304" pitchFamily="18" charset="0"/>
            </a:rPr>
            <a:t>Clinical Scalable : </a:t>
          </a:r>
          <a:r>
            <a:rPr lang="en-US" sz="2000" dirty="0">
              <a:latin typeface="Times New Roman" panose="02020603050405020304" pitchFamily="18" charset="0"/>
              <a:cs typeface="Times New Roman" panose="02020603050405020304" pitchFamily="18" charset="0"/>
            </a:rPr>
            <a:t>Handles massive datasets with low computational overhead.</a:t>
          </a:r>
          <a:endParaRPr lang="en-IN" sz="2000" b="0" dirty="0">
            <a:latin typeface="Times New Roman" panose="02020603050405020304" pitchFamily="18" charset="0"/>
            <a:cs typeface="Times New Roman" panose="02020603050405020304" pitchFamily="18" charset="0"/>
          </a:endParaRPr>
        </a:p>
      </dgm:t>
    </dgm:pt>
    <dgm:pt modelId="{EA181E0F-CA00-4B03-B197-411C238031A0}" type="parTrans" cxnId="{E42831EA-4C3E-45DC-B67C-A6DB8B65FE82}">
      <dgm:prSet/>
      <dgm:spPr/>
      <dgm:t>
        <a:bodyPr/>
        <a:lstStyle/>
        <a:p>
          <a:endParaRPr lang="en-IN"/>
        </a:p>
      </dgm:t>
    </dgm:pt>
    <dgm:pt modelId="{972F39F7-08C1-4541-BD57-386F68653DBA}" type="sibTrans" cxnId="{E42831EA-4C3E-45DC-B67C-A6DB8B65FE82}">
      <dgm:prSet/>
      <dgm:spPr/>
      <dgm:t>
        <a:bodyPr/>
        <a:lstStyle/>
        <a:p>
          <a:endParaRPr lang="en-IN"/>
        </a:p>
      </dgm:t>
    </dgm:pt>
    <dgm:pt modelId="{FC4EFF1B-72E3-47A5-9404-9DEC7B985452}">
      <dgm:prSet phldrT="[Text]"/>
      <dgm:spPr/>
      <dgm:t>
        <a:bodyPr/>
        <a:lstStyle/>
        <a:p>
          <a:pPr>
            <a:buFont typeface="Arial" panose="020B0604020202020204" pitchFamily="34" charset="0"/>
            <a:buChar char="•"/>
          </a:pPr>
          <a:r>
            <a:rPr lang="en-US" b="1" i="0" u="none" dirty="0">
              <a:latin typeface="Times New Roman" panose="02020603050405020304" pitchFamily="18" charset="0"/>
              <a:cs typeface="Times New Roman" panose="02020603050405020304" pitchFamily="18" charset="0"/>
            </a:rPr>
            <a:t>Objective Markers: </a:t>
          </a:r>
          <a:r>
            <a:rPr lang="en-IN" dirty="0">
              <a:latin typeface="Times New Roman" panose="02020603050405020304" pitchFamily="18" charset="0"/>
              <a:cs typeface="Times New Roman" panose="02020603050405020304" pitchFamily="18" charset="0"/>
            </a:rPr>
            <a:t>Data-driven metrics eliminate subjective diagnostic bias.</a:t>
          </a:r>
          <a:endParaRPr lang="en-IN" b="0" dirty="0">
            <a:latin typeface="Times New Roman" panose="02020603050405020304" pitchFamily="18" charset="0"/>
            <a:cs typeface="Times New Roman" panose="02020603050405020304" pitchFamily="18" charset="0"/>
          </a:endParaRPr>
        </a:p>
      </dgm:t>
    </dgm:pt>
    <dgm:pt modelId="{A67A69D2-E881-4582-8689-06F09CC3BFA5}" type="parTrans" cxnId="{34C2287B-E60E-48BC-8CBA-FF911185715D}">
      <dgm:prSet/>
      <dgm:spPr/>
      <dgm:t>
        <a:bodyPr/>
        <a:lstStyle/>
        <a:p>
          <a:endParaRPr lang="en-IN"/>
        </a:p>
      </dgm:t>
    </dgm:pt>
    <dgm:pt modelId="{F3FA6505-7B21-47F5-A5B6-924F273DA211}" type="sibTrans" cxnId="{34C2287B-E60E-48BC-8CBA-FF911185715D}">
      <dgm:prSet/>
      <dgm:spPr/>
      <dgm:t>
        <a:bodyPr/>
        <a:lstStyle/>
        <a:p>
          <a:endParaRPr lang="en-IN"/>
        </a:p>
      </dgm:t>
    </dgm:pt>
    <dgm:pt modelId="{52FB0295-CFD9-4EB3-8EB8-6589B834E9F8}" type="pres">
      <dgm:prSet presAssocID="{A2024DEC-45B9-40C8-943A-F0987466D87C}" presName="matrix" presStyleCnt="0">
        <dgm:presLayoutVars>
          <dgm:chMax val="1"/>
          <dgm:dir/>
          <dgm:resizeHandles val="exact"/>
        </dgm:presLayoutVars>
      </dgm:prSet>
      <dgm:spPr/>
    </dgm:pt>
    <dgm:pt modelId="{ECE1009E-5B06-41AF-AE97-2EE66820F526}" type="pres">
      <dgm:prSet presAssocID="{A2024DEC-45B9-40C8-943A-F0987466D87C}" presName="diamond" presStyleLbl="bgShp" presStyleIdx="0" presStyleCnt="1"/>
      <dgm:spPr/>
    </dgm:pt>
    <dgm:pt modelId="{3DDA227A-CDBC-41D1-9272-044F462B3962}" type="pres">
      <dgm:prSet presAssocID="{A2024DEC-45B9-40C8-943A-F0987466D87C}" presName="quad1" presStyleLbl="node1" presStyleIdx="0" presStyleCnt="4">
        <dgm:presLayoutVars>
          <dgm:chMax val="0"/>
          <dgm:chPref val="0"/>
          <dgm:bulletEnabled val="1"/>
        </dgm:presLayoutVars>
      </dgm:prSet>
      <dgm:spPr/>
    </dgm:pt>
    <dgm:pt modelId="{FC6A5E8A-5330-49AF-A00C-258FCBDA38BF}" type="pres">
      <dgm:prSet presAssocID="{A2024DEC-45B9-40C8-943A-F0987466D87C}" presName="quad2" presStyleLbl="node1" presStyleIdx="1" presStyleCnt="4">
        <dgm:presLayoutVars>
          <dgm:chMax val="0"/>
          <dgm:chPref val="0"/>
          <dgm:bulletEnabled val="1"/>
        </dgm:presLayoutVars>
      </dgm:prSet>
      <dgm:spPr/>
    </dgm:pt>
    <dgm:pt modelId="{EE0C0783-0693-4795-99A6-BE1D877C134A}" type="pres">
      <dgm:prSet presAssocID="{A2024DEC-45B9-40C8-943A-F0987466D87C}" presName="quad3" presStyleLbl="node1" presStyleIdx="2" presStyleCnt="4">
        <dgm:presLayoutVars>
          <dgm:chMax val="0"/>
          <dgm:chPref val="0"/>
          <dgm:bulletEnabled val="1"/>
        </dgm:presLayoutVars>
      </dgm:prSet>
      <dgm:spPr/>
    </dgm:pt>
    <dgm:pt modelId="{6BE3EFF8-FBA1-40CA-8B6E-5C849D146E0E}" type="pres">
      <dgm:prSet presAssocID="{A2024DEC-45B9-40C8-943A-F0987466D87C}" presName="quad4" presStyleLbl="node1" presStyleIdx="3" presStyleCnt="4">
        <dgm:presLayoutVars>
          <dgm:chMax val="0"/>
          <dgm:chPref val="0"/>
          <dgm:bulletEnabled val="1"/>
        </dgm:presLayoutVars>
      </dgm:prSet>
      <dgm:spPr/>
    </dgm:pt>
  </dgm:ptLst>
  <dgm:cxnLst>
    <dgm:cxn modelId="{4B58E21C-63EB-40BD-8DCE-E333EAAE1569}" type="presOf" srcId="{B1F4D80A-062F-4365-88AA-ED0A374BD652}" destId="{FC6A5E8A-5330-49AF-A00C-258FCBDA38BF}" srcOrd="0" destOrd="0" presId="urn:microsoft.com/office/officeart/2005/8/layout/matrix3"/>
    <dgm:cxn modelId="{9421AB70-2310-48D8-B9D6-C89D62E86B87}" type="presOf" srcId="{A2024DEC-45B9-40C8-943A-F0987466D87C}" destId="{52FB0295-CFD9-4EB3-8EB8-6589B834E9F8}" srcOrd="0" destOrd="0" presId="urn:microsoft.com/office/officeart/2005/8/layout/matrix3"/>
    <dgm:cxn modelId="{5A5D2C56-D8CF-4289-AF9B-BCA81F95DDA9}" srcId="{A2024DEC-45B9-40C8-943A-F0987466D87C}" destId="{C816A886-B94B-416C-A70C-C48C37714F7B}" srcOrd="0" destOrd="0" parTransId="{C5619B66-BB72-4884-9DA9-6083B3DCACAF}" sibTransId="{00FDD07C-D5A7-4E54-9A2B-F6B114FAA588}"/>
    <dgm:cxn modelId="{34C2287B-E60E-48BC-8CBA-FF911185715D}" srcId="{A2024DEC-45B9-40C8-943A-F0987466D87C}" destId="{FC4EFF1B-72E3-47A5-9404-9DEC7B985452}" srcOrd="3" destOrd="0" parTransId="{A67A69D2-E881-4582-8689-06F09CC3BFA5}" sibTransId="{F3FA6505-7B21-47F5-A5B6-924F273DA211}"/>
    <dgm:cxn modelId="{BDDCA896-48C5-448D-8E6F-E06F795EBCD3}" type="presOf" srcId="{C816A886-B94B-416C-A70C-C48C37714F7B}" destId="{3DDA227A-CDBC-41D1-9272-044F462B3962}" srcOrd="0" destOrd="0" presId="urn:microsoft.com/office/officeart/2005/8/layout/matrix3"/>
    <dgm:cxn modelId="{F202E996-AC4C-43A1-91E4-47F2B92CCF74}" srcId="{A2024DEC-45B9-40C8-943A-F0987466D87C}" destId="{B1F4D80A-062F-4365-88AA-ED0A374BD652}" srcOrd="1" destOrd="0" parTransId="{50713B0B-BD48-4BA4-B0A8-91DA8F8892C5}" sibTransId="{8BFF79C4-45FD-481D-9ADD-BAA92B9D989F}"/>
    <dgm:cxn modelId="{C70787E0-9AAB-467C-86CA-A2CB252EA6CC}" type="presOf" srcId="{FC4EFF1B-72E3-47A5-9404-9DEC7B985452}" destId="{6BE3EFF8-FBA1-40CA-8B6E-5C849D146E0E}" srcOrd="0" destOrd="0" presId="urn:microsoft.com/office/officeart/2005/8/layout/matrix3"/>
    <dgm:cxn modelId="{E42831EA-4C3E-45DC-B67C-A6DB8B65FE82}" srcId="{A2024DEC-45B9-40C8-943A-F0987466D87C}" destId="{C2573F32-7291-40DE-9E75-40ECA438C831}" srcOrd="2" destOrd="0" parTransId="{EA181E0F-CA00-4B03-B197-411C238031A0}" sibTransId="{972F39F7-08C1-4541-BD57-386F68653DBA}"/>
    <dgm:cxn modelId="{AAFD12F9-CC4E-4129-9F6D-5EC27B061EDF}" type="presOf" srcId="{C2573F32-7291-40DE-9E75-40ECA438C831}" destId="{EE0C0783-0693-4795-99A6-BE1D877C134A}" srcOrd="0" destOrd="0" presId="urn:microsoft.com/office/officeart/2005/8/layout/matrix3"/>
    <dgm:cxn modelId="{453A9B9C-3AA7-4AAC-BBDC-4BBFD8C01D9E}" type="presParOf" srcId="{52FB0295-CFD9-4EB3-8EB8-6589B834E9F8}" destId="{ECE1009E-5B06-41AF-AE97-2EE66820F526}" srcOrd="0" destOrd="0" presId="urn:microsoft.com/office/officeart/2005/8/layout/matrix3"/>
    <dgm:cxn modelId="{E44723D8-D10C-41DC-AE80-7A9CABBC70D0}" type="presParOf" srcId="{52FB0295-CFD9-4EB3-8EB8-6589B834E9F8}" destId="{3DDA227A-CDBC-41D1-9272-044F462B3962}" srcOrd="1" destOrd="0" presId="urn:microsoft.com/office/officeart/2005/8/layout/matrix3"/>
    <dgm:cxn modelId="{723A9052-3ECA-4EC8-ABDC-6DD6348CEB91}" type="presParOf" srcId="{52FB0295-CFD9-4EB3-8EB8-6589B834E9F8}" destId="{FC6A5E8A-5330-49AF-A00C-258FCBDA38BF}" srcOrd="2" destOrd="0" presId="urn:microsoft.com/office/officeart/2005/8/layout/matrix3"/>
    <dgm:cxn modelId="{919ADEA1-084F-45F9-9CD2-A72A6FEC6BB0}" type="presParOf" srcId="{52FB0295-CFD9-4EB3-8EB8-6589B834E9F8}" destId="{EE0C0783-0693-4795-99A6-BE1D877C134A}" srcOrd="3" destOrd="0" presId="urn:microsoft.com/office/officeart/2005/8/layout/matrix3"/>
    <dgm:cxn modelId="{BE3C3EC6-1B66-49E6-B6B4-4D2DFE4D7BAD}" type="presParOf" srcId="{52FB0295-CFD9-4EB3-8EB8-6589B834E9F8}" destId="{6BE3EFF8-FBA1-40CA-8B6E-5C849D146E0E}"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5C5830-1A07-496D-966D-5102016B152C}" type="doc">
      <dgm:prSet loTypeId="urn:microsoft.com/office/officeart/2005/8/layout/pyramid2" loCatId="pyramid" qsTypeId="urn:microsoft.com/office/officeart/2005/8/quickstyle/simple1" qsCatId="simple" csTypeId="urn:microsoft.com/office/officeart/2005/8/colors/colorful3" csCatId="colorful" phldr="1"/>
      <dgm:spPr/>
    </dgm:pt>
    <dgm:pt modelId="{632D331E-FAE3-49F1-814A-3DAC83C912D3}">
      <dgm:prSet phldrT="[Text]" custT="1"/>
      <dgm:spPr/>
      <dgm:t>
        <a:bodyPr/>
        <a:lstStyle/>
        <a:p>
          <a:pPr algn="just"/>
          <a:r>
            <a:rPr lang="en-US" sz="1400" dirty="0"/>
            <a:t>Successfully validated a 7-class sentiment analysis framework for mental health screening.</a:t>
          </a:r>
          <a:endParaRPr lang="en-IN" sz="1400" dirty="0">
            <a:latin typeface="Times New Roman" panose="02020603050405020304" pitchFamily="18" charset="0"/>
            <a:cs typeface="Times New Roman" panose="02020603050405020304" pitchFamily="18" charset="0"/>
          </a:endParaRPr>
        </a:p>
      </dgm:t>
    </dgm:pt>
    <dgm:pt modelId="{2AD3E839-AFEE-47FB-902A-C7D457896252}" type="parTrans" cxnId="{29A76F2D-E041-4574-A92E-1E5EFA3910AA}">
      <dgm:prSet/>
      <dgm:spPr/>
      <dgm:t>
        <a:bodyPr/>
        <a:lstStyle/>
        <a:p>
          <a:endParaRPr lang="en-IN"/>
        </a:p>
      </dgm:t>
    </dgm:pt>
    <dgm:pt modelId="{4C0F7B52-7C8D-4E90-AFC4-C05679E21911}" type="sibTrans" cxnId="{29A76F2D-E041-4574-A92E-1E5EFA3910AA}">
      <dgm:prSet/>
      <dgm:spPr/>
      <dgm:t>
        <a:bodyPr/>
        <a:lstStyle/>
        <a:p>
          <a:endParaRPr lang="en-IN"/>
        </a:p>
      </dgm:t>
    </dgm:pt>
    <dgm:pt modelId="{47EA50FC-D068-4118-A8B9-4BC2963E38DA}">
      <dgm:prSet phldrT="[Text]" custT="1"/>
      <dgm:spPr/>
      <dgm:t>
        <a:bodyPr/>
        <a:lstStyle/>
        <a:p>
          <a:pPr algn="just"/>
          <a:r>
            <a:rPr lang="en-US" sz="1400" dirty="0"/>
            <a:t>Proved Linear SVM as the superior architecture with a validated accuracy of 76.42%.</a:t>
          </a:r>
          <a:endParaRPr lang="en-IN" sz="1400" dirty="0">
            <a:latin typeface="Times New Roman" panose="02020603050405020304" pitchFamily="18" charset="0"/>
            <a:cs typeface="Times New Roman" panose="02020603050405020304" pitchFamily="18" charset="0"/>
          </a:endParaRPr>
        </a:p>
      </dgm:t>
    </dgm:pt>
    <dgm:pt modelId="{2DB917FE-987F-4E1C-8D01-DE10EDFD4DF9}" type="parTrans" cxnId="{682EB2D8-0D63-4BC0-A7A9-68343D6A19D3}">
      <dgm:prSet/>
      <dgm:spPr/>
      <dgm:t>
        <a:bodyPr/>
        <a:lstStyle/>
        <a:p>
          <a:endParaRPr lang="en-IN"/>
        </a:p>
      </dgm:t>
    </dgm:pt>
    <dgm:pt modelId="{A055619F-C787-48F5-9255-9CE00B2B11ED}" type="sibTrans" cxnId="{682EB2D8-0D63-4BC0-A7A9-68343D6A19D3}">
      <dgm:prSet/>
      <dgm:spPr/>
      <dgm:t>
        <a:bodyPr/>
        <a:lstStyle/>
        <a:p>
          <a:endParaRPr lang="en-IN"/>
        </a:p>
      </dgm:t>
    </dgm:pt>
    <dgm:pt modelId="{C22BF03B-1E5B-4A8D-A7C3-DFF5BAA06115}">
      <dgm:prSet phldrT="[Text]" custT="1"/>
      <dgm:spPr/>
      <dgm:t>
        <a:bodyPr/>
        <a:lstStyle/>
        <a:p>
          <a:pPr algn="just"/>
          <a:r>
            <a:rPr lang="en-US" sz="1400" dirty="0"/>
            <a:t>Developed a scalable, objective tool that bridges the gap between digital expression and proactive clinical intervention.</a:t>
          </a:r>
          <a:endParaRPr lang="en-IN" sz="1400" b="0" dirty="0">
            <a:latin typeface="Times New Roman" panose="02020603050405020304" pitchFamily="18" charset="0"/>
            <a:cs typeface="Times New Roman" panose="02020603050405020304" pitchFamily="18" charset="0"/>
          </a:endParaRPr>
        </a:p>
      </dgm:t>
    </dgm:pt>
    <dgm:pt modelId="{EEE6D1E8-3428-4530-A941-60BE8F9810F0}" type="parTrans" cxnId="{DBBD2A8A-0607-48FF-B66F-8AD708D8DD04}">
      <dgm:prSet/>
      <dgm:spPr/>
      <dgm:t>
        <a:bodyPr/>
        <a:lstStyle/>
        <a:p>
          <a:endParaRPr lang="en-IN"/>
        </a:p>
      </dgm:t>
    </dgm:pt>
    <dgm:pt modelId="{4948EB1D-9929-4408-BDF4-13350C56083F}" type="sibTrans" cxnId="{DBBD2A8A-0607-48FF-B66F-8AD708D8DD04}">
      <dgm:prSet/>
      <dgm:spPr/>
      <dgm:t>
        <a:bodyPr/>
        <a:lstStyle/>
        <a:p>
          <a:endParaRPr lang="en-IN"/>
        </a:p>
      </dgm:t>
    </dgm:pt>
    <dgm:pt modelId="{475A5711-FDC2-4D72-8034-2DF0A293C1EA}">
      <dgm:prSet phldrT="[Text]" custT="1"/>
      <dgm:spPr/>
      <dgm:t>
        <a:bodyPr/>
        <a:lstStyle/>
        <a:p>
          <a:pPr algn="just"/>
          <a:r>
            <a:rPr lang="en-US" sz="1400" dirty="0"/>
            <a:t>Effectively processed a large-scale dataset of 52,681 records using advanced NLP and TF-IDF engineering.</a:t>
          </a:r>
          <a:endParaRPr lang="en-IN" sz="1400" dirty="0">
            <a:latin typeface="Times New Roman" panose="02020603050405020304" pitchFamily="18" charset="0"/>
            <a:cs typeface="Times New Roman" panose="02020603050405020304" pitchFamily="18" charset="0"/>
          </a:endParaRPr>
        </a:p>
      </dgm:t>
    </dgm:pt>
    <dgm:pt modelId="{8CF7EA40-A5E0-4EA8-B80B-7F11109B1048}" type="parTrans" cxnId="{DCAD2ED0-5D4D-49D0-B597-FF02CD4B436E}">
      <dgm:prSet/>
      <dgm:spPr/>
      <dgm:t>
        <a:bodyPr/>
        <a:lstStyle/>
        <a:p>
          <a:endParaRPr lang="en-IN"/>
        </a:p>
      </dgm:t>
    </dgm:pt>
    <dgm:pt modelId="{7AA4F0A5-5799-48F3-B908-7D27DBD5BC9A}" type="sibTrans" cxnId="{DCAD2ED0-5D4D-49D0-B597-FF02CD4B436E}">
      <dgm:prSet/>
      <dgm:spPr/>
      <dgm:t>
        <a:bodyPr/>
        <a:lstStyle/>
        <a:p>
          <a:endParaRPr lang="en-IN"/>
        </a:p>
      </dgm:t>
    </dgm:pt>
    <dgm:pt modelId="{693EC219-7DEF-4513-88E1-17745D5EC973}" type="pres">
      <dgm:prSet presAssocID="{AF5C5830-1A07-496D-966D-5102016B152C}" presName="compositeShape" presStyleCnt="0">
        <dgm:presLayoutVars>
          <dgm:dir/>
          <dgm:resizeHandles/>
        </dgm:presLayoutVars>
      </dgm:prSet>
      <dgm:spPr/>
    </dgm:pt>
    <dgm:pt modelId="{A9B3AF69-7D8D-46DE-BDDB-BB5947FE8F92}" type="pres">
      <dgm:prSet presAssocID="{AF5C5830-1A07-496D-966D-5102016B152C}" presName="pyramid" presStyleLbl="node1" presStyleIdx="0" presStyleCnt="1" custLinFactNeighborX="7157" custLinFactNeighborY="492"/>
      <dgm:spPr/>
    </dgm:pt>
    <dgm:pt modelId="{005A3EF6-2D34-49D1-B7C2-5C108171ED5A}" type="pres">
      <dgm:prSet presAssocID="{AF5C5830-1A07-496D-966D-5102016B152C}" presName="theList" presStyleCnt="0"/>
      <dgm:spPr/>
    </dgm:pt>
    <dgm:pt modelId="{1C9FB229-8158-497A-B8AC-80782C1DEA08}" type="pres">
      <dgm:prSet presAssocID="{632D331E-FAE3-49F1-814A-3DAC83C912D3}" presName="aNode" presStyleLbl="fgAcc1" presStyleIdx="0" presStyleCnt="4" custScaleX="138234" custScaleY="198164" custLinFactY="-5078" custLinFactNeighborX="-41982" custLinFactNeighborY="-100000">
        <dgm:presLayoutVars>
          <dgm:bulletEnabled val="1"/>
        </dgm:presLayoutVars>
      </dgm:prSet>
      <dgm:spPr/>
    </dgm:pt>
    <dgm:pt modelId="{FD08ABB6-D0C1-4ECC-A03D-F226C7F2A98D}" type="pres">
      <dgm:prSet presAssocID="{632D331E-FAE3-49F1-814A-3DAC83C912D3}" presName="aSpace" presStyleCnt="0"/>
      <dgm:spPr/>
    </dgm:pt>
    <dgm:pt modelId="{D012FD13-2192-43D6-A330-F0F225995B0F}" type="pres">
      <dgm:prSet presAssocID="{475A5711-FDC2-4D72-8034-2DF0A293C1EA}" presName="aNode" presStyleLbl="fgAcc1" presStyleIdx="1" presStyleCnt="4" custScaleX="138234" custScaleY="149207" custLinFactNeighborX="-39655" custLinFactNeighborY="-24512">
        <dgm:presLayoutVars>
          <dgm:bulletEnabled val="1"/>
        </dgm:presLayoutVars>
      </dgm:prSet>
      <dgm:spPr/>
    </dgm:pt>
    <dgm:pt modelId="{5684406A-0BAD-40A0-A41A-6C7BEBC20BEE}" type="pres">
      <dgm:prSet presAssocID="{475A5711-FDC2-4D72-8034-2DF0A293C1EA}" presName="aSpace" presStyleCnt="0"/>
      <dgm:spPr/>
    </dgm:pt>
    <dgm:pt modelId="{16053F61-981F-49A4-8C1C-C79170213CAE}" type="pres">
      <dgm:prSet presAssocID="{47EA50FC-D068-4118-A8B9-4BC2963E38DA}" presName="aNode" presStyleLbl="fgAcc1" presStyleIdx="2" presStyleCnt="4" custScaleX="139505" custScaleY="172093" custLinFactY="25283" custLinFactNeighborX="-39896" custLinFactNeighborY="100000">
        <dgm:presLayoutVars>
          <dgm:bulletEnabled val="1"/>
        </dgm:presLayoutVars>
      </dgm:prSet>
      <dgm:spPr/>
    </dgm:pt>
    <dgm:pt modelId="{9CED3AB2-51EB-4449-9CFB-A890FE678898}" type="pres">
      <dgm:prSet presAssocID="{47EA50FC-D068-4118-A8B9-4BC2963E38DA}" presName="aSpace" presStyleCnt="0"/>
      <dgm:spPr/>
    </dgm:pt>
    <dgm:pt modelId="{B531B567-C94D-48A3-8F39-E2A4F31902FC}" type="pres">
      <dgm:prSet presAssocID="{C22BF03B-1E5B-4A8D-A7C3-DFF5BAA06115}" presName="aNode" presStyleLbl="fgAcc1" presStyleIdx="3" presStyleCnt="4" custScaleX="143220" custScaleY="174271" custLinFactY="55459" custLinFactNeighborX="-38860" custLinFactNeighborY="100000">
        <dgm:presLayoutVars>
          <dgm:bulletEnabled val="1"/>
        </dgm:presLayoutVars>
      </dgm:prSet>
      <dgm:spPr/>
    </dgm:pt>
    <dgm:pt modelId="{6C7E15FC-BA6B-44EE-8BFA-EDFB7D2992C4}" type="pres">
      <dgm:prSet presAssocID="{C22BF03B-1E5B-4A8D-A7C3-DFF5BAA06115}" presName="aSpace" presStyleCnt="0"/>
      <dgm:spPr/>
    </dgm:pt>
  </dgm:ptLst>
  <dgm:cxnLst>
    <dgm:cxn modelId="{7C5B4728-47CB-42E0-94A2-45D38E87BC6C}" type="presOf" srcId="{632D331E-FAE3-49F1-814A-3DAC83C912D3}" destId="{1C9FB229-8158-497A-B8AC-80782C1DEA08}" srcOrd="0" destOrd="0" presId="urn:microsoft.com/office/officeart/2005/8/layout/pyramid2"/>
    <dgm:cxn modelId="{29A76F2D-E041-4574-A92E-1E5EFA3910AA}" srcId="{AF5C5830-1A07-496D-966D-5102016B152C}" destId="{632D331E-FAE3-49F1-814A-3DAC83C912D3}" srcOrd="0" destOrd="0" parTransId="{2AD3E839-AFEE-47FB-902A-C7D457896252}" sibTransId="{4C0F7B52-7C8D-4E90-AFC4-C05679E21911}"/>
    <dgm:cxn modelId="{BF22E92E-CDB4-454B-BB07-CF8990DFF569}" type="presOf" srcId="{AF5C5830-1A07-496D-966D-5102016B152C}" destId="{693EC219-7DEF-4513-88E1-17745D5EC973}" srcOrd="0" destOrd="0" presId="urn:microsoft.com/office/officeart/2005/8/layout/pyramid2"/>
    <dgm:cxn modelId="{FA22CF72-227E-4F45-8694-414FA21429FD}" type="presOf" srcId="{47EA50FC-D068-4118-A8B9-4BC2963E38DA}" destId="{16053F61-981F-49A4-8C1C-C79170213CAE}" srcOrd="0" destOrd="0" presId="urn:microsoft.com/office/officeart/2005/8/layout/pyramid2"/>
    <dgm:cxn modelId="{8FC05C81-A9B5-4F1F-9F76-7370724B200B}" type="presOf" srcId="{C22BF03B-1E5B-4A8D-A7C3-DFF5BAA06115}" destId="{B531B567-C94D-48A3-8F39-E2A4F31902FC}" srcOrd="0" destOrd="0" presId="urn:microsoft.com/office/officeart/2005/8/layout/pyramid2"/>
    <dgm:cxn modelId="{DBBD2A8A-0607-48FF-B66F-8AD708D8DD04}" srcId="{AF5C5830-1A07-496D-966D-5102016B152C}" destId="{C22BF03B-1E5B-4A8D-A7C3-DFF5BAA06115}" srcOrd="3" destOrd="0" parTransId="{EEE6D1E8-3428-4530-A941-60BE8F9810F0}" sibTransId="{4948EB1D-9929-4408-BDF4-13350C56083F}"/>
    <dgm:cxn modelId="{DCAD2ED0-5D4D-49D0-B597-FF02CD4B436E}" srcId="{AF5C5830-1A07-496D-966D-5102016B152C}" destId="{475A5711-FDC2-4D72-8034-2DF0A293C1EA}" srcOrd="1" destOrd="0" parTransId="{8CF7EA40-A5E0-4EA8-B80B-7F11109B1048}" sibTransId="{7AA4F0A5-5799-48F3-B908-7D27DBD5BC9A}"/>
    <dgm:cxn modelId="{682EB2D8-0D63-4BC0-A7A9-68343D6A19D3}" srcId="{AF5C5830-1A07-496D-966D-5102016B152C}" destId="{47EA50FC-D068-4118-A8B9-4BC2963E38DA}" srcOrd="2" destOrd="0" parTransId="{2DB917FE-987F-4E1C-8D01-DE10EDFD4DF9}" sibTransId="{A055619F-C787-48F5-9255-9CE00B2B11ED}"/>
    <dgm:cxn modelId="{1822DFFE-D77F-4B54-A94D-DCCE33FBB9FC}" type="presOf" srcId="{475A5711-FDC2-4D72-8034-2DF0A293C1EA}" destId="{D012FD13-2192-43D6-A330-F0F225995B0F}" srcOrd="0" destOrd="0" presId="urn:microsoft.com/office/officeart/2005/8/layout/pyramid2"/>
    <dgm:cxn modelId="{6134A86A-A4AC-458C-B433-C77294BC0B1B}" type="presParOf" srcId="{693EC219-7DEF-4513-88E1-17745D5EC973}" destId="{A9B3AF69-7D8D-46DE-BDDB-BB5947FE8F92}" srcOrd="0" destOrd="0" presId="urn:microsoft.com/office/officeart/2005/8/layout/pyramid2"/>
    <dgm:cxn modelId="{A25A8402-3FFD-4CD1-8E21-ACA169FD31E0}" type="presParOf" srcId="{693EC219-7DEF-4513-88E1-17745D5EC973}" destId="{005A3EF6-2D34-49D1-B7C2-5C108171ED5A}" srcOrd="1" destOrd="0" presId="urn:microsoft.com/office/officeart/2005/8/layout/pyramid2"/>
    <dgm:cxn modelId="{B331B010-96DC-4B22-9042-0FAFF3C6924E}" type="presParOf" srcId="{005A3EF6-2D34-49D1-B7C2-5C108171ED5A}" destId="{1C9FB229-8158-497A-B8AC-80782C1DEA08}" srcOrd="0" destOrd="0" presId="urn:microsoft.com/office/officeart/2005/8/layout/pyramid2"/>
    <dgm:cxn modelId="{C3C008D4-4967-475C-8021-386BE1593023}" type="presParOf" srcId="{005A3EF6-2D34-49D1-B7C2-5C108171ED5A}" destId="{FD08ABB6-D0C1-4ECC-A03D-F226C7F2A98D}" srcOrd="1" destOrd="0" presId="urn:microsoft.com/office/officeart/2005/8/layout/pyramid2"/>
    <dgm:cxn modelId="{F34D6B88-D6C6-4DDB-B911-F791C4CF8D0F}" type="presParOf" srcId="{005A3EF6-2D34-49D1-B7C2-5C108171ED5A}" destId="{D012FD13-2192-43D6-A330-F0F225995B0F}" srcOrd="2" destOrd="0" presId="urn:microsoft.com/office/officeart/2005/8/layout/pyramid2"/>
    <dgm:cxn modelId="{29232646-ACE3-4759-AEDF-90C1E816E3B7}" type="presParOf" srcId="{005A3EF6-2D34-49D1-B7C2-5C108171ED5A}" destId="{5684406A-0BAD-40A0-A41A-6C7BEBC20BEE}" srcOrd="3" destOrd="0" presId="urn:microsoft.com/office/officeart/2005/8/layout/pyramid2"/>
    <dgm:cxn modelId="{3D4211A1-7EBF-4296-889C-81CEB1268ADD}" type="presParOf" srcId="{005A3EF6-2D34-49D1-B7C2-5C108171ED5A}" destId="{16053F61-981F-49A4-8C1C-C79170213CAE}" srcOrd="4" destOrd="0" presId="urn:microsoft.com/office/officeart/2005/8/layout/pyramid2"/>
    <dgm:cxn modelId="{8B13E447-21F3-4055-B960-E4830005CDFE}" type="presParOf" srcId="{005A3EF6-2D34-49D1-B7C2-5C108171ED5A}" destId="{9CED3AB2-51EB-4449-9CFB-A890FE678898}" srcOrd="5" destOrd="0" presId="urn:microsoft.com/office/officeart/2005/8/layout/pyramid2"/>
    <dgm:cxn modelId="{A9D448C4-DCB8-4FA6-BD6D-F18C949BE355}" type="presParOf" srcId="{005A3EF6-2D34-49D1-B7C2-5C108171ED5A}" destId="{B531B567-C94D-48A3-8F39-E2A4F31902FC}" srcOrd="6" destOrd="0" presId="urn:microsoft.com/office/officeart/2005/8/layout/pyramid2"/>
    <dgm:cxn modelId="{A9A5F2E7-725E-4435-84B2-2D0FFBA52946}" type="presParOf" srcId="{005A3EF6-2D34-49D1-B7C2-5C108171ED5A}" destId="{6C7E15FC-BA6B-44EE-8BFA-EDFB7D2992C4}" srcOrd="7"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F20D00-7D0D-45B0-B8A7-F5472E56F38E}">
      <dsp:nvSpPr>
        <dsp:cNvPr id="0" name=""/>
        <dsp:cNvSpPr/>
      </dsp:nvSpPr>
      <dsp:spPr>
        <a:xfrm>
          <a:off x="0" y="1195950"/>
          <a:ext cx="6270046" cy="57960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2A6542-B141-4DC2-9774-8684297E38C4}">
      <dsp:nvSpPr>
        <dsp:cNvPr id="0" name=""/>
        <dsp:cNvSpPr/>
      </dsp:nvSpPr>
      <dsp:spPr>
        <a:xfrm>
          <a:off x="298500" y="109118"/>
          <a:ext cx="5970008" cy="1426311"/>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895" tIns="0" rIns="165895" bIns="0" numCol="1" spcCol="1270" anchor="ctr" anchorCtr="0">
          <a:noAutofit/>
        </a:bodyPr>
        <a:lstStyle/>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Data Acquisition Layer (Input)</a:t>
          </a:r>
        </a:p>
        <a:p>
          <a:pPr marL="0" lvl="0" indent="0" algn="just" defTabSz="622300">
            <a:lnSpc>
              <a:spcPct val="90000"/>
            </a:lnSpc>
            <a:spcBef>
              <a:spcPct val="0"/>
            </a:spcBef>
            <a:spcAft>
              <a:spcPct val="35000"/>
            </a:spcAft>
            <a:buFont typeface="Arial" panose="020B0604020202020204" pitchFamily="34" charset="0"/>
            <a:buNone/>
          </a:pPr>
          <a:r>
            <a:rPr lang="en-US" sz="1400" b="1" kern="1200" dirty="0">
              <a:latin typeface="Times New Roman" panose="02020603050405020304" pitchFamily="18" charset="0"/>
              <a:cs typeface="Times New Roman" panose="02020603050405020304" pitchFamily="18" charset="0"/>
            </a:rPr>
            <a:t>Dataset</a:t>
          </a:r>
          <a:r>
            <a:rPr lang="en-US" sz="1400" kern="1200" dirty="0">
              <a:latin typeface="Times New Roman" panose="02020603050405020304" pitchFamily="18" charset="0"/>
              <a:cs typeface="Times New Roman" panose="02020603050405020304" pitchFamily="18" charset="0"/>
            </a:rPr>
            <a:t> → High-volume corpus of 52,681 records</a:t>
          </a:r>
          <a:r>
            <a:rPr lang="en-US" sz="1400" kern="1200" dirty="0"/>
            <a:t>.</a:t>
          </a:r>
        </a:p>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Input</a:t>
          </a:r>
          <a:r>
            <a:rPr lang="en-US" sz="1400" kern="1200" dirty="0">
              <a:latin typeface="Times New Roman" panose="02020603050405020304" pitchFamily="18" charset="0"/>
              <a:cs typeface="Times New Roman" panose="02020603050405020304" pitchFamily="18" charset="0"/>
            </a:rPr>
            <a:t> → Social media "digital footprints" and textual behavioral markers.</a:t>
          </a:r>
          <a:endParaRPr lang="en-IN" sz="1400" kern="1200" dirty="0">
            <a:latin typeface="Times New Roman" panose="02020603050405020304" pitchFamily="18" charset="0"/>
            <a:cs typeface="Times New Roman" panose="02020603050405020304" pitchFamily="18" charset="0"/>
          </a:endParaRPr>
        </a:p>
      </dsp:txBody>
      <dsp:txXfrm>
        <a:off x="368127" y="178745"/>
        <a:ext cx="5830754" cy="1287057"/>
      </dsp:txXfrm>
    </dsp:sp>
    <dsp:sp modelId="{423D43A7-DB68-4ED0-A45C-BE3682E605B2}">
      <dsp:nvSpPr>
        <dsp:cNvPr id="0" name=""/>
        <dsp:cNvSpPr/>
      </dsp:nvSpPr>
      <dsp:spPr>
        <a:xfrm>
          <a:off x="0" y="3135382"/>
          <a:ext cx="6270046" cy="57960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51CFCE-35CE-4491-8876-F9F7DF9FD1F3}">
      <dsp:nvSpPr>
        <dsp:cNvPr id="0" name=""/>
        <dsp:cNvSpPr/>
      </dsp:nvSpPr>
      <dsp:spPr>
        <a:xfrm>
          <a:off x="307073" y="1899750"/>
          <a:ext cx="5961067" cy="1575112"/>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895" tIns="0" rIns="165895" bIns="0" numCol="1" spcCol="1270" anchor="ctr" anchorCtr="0">
          <a:noAutofit/>
        </a:bodyPr>
        <a:lstStyle/>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NLP Computational Layer (Processing-Python)</a:t>
          </a:r>
        </a:p>
        <a:p>
          <a:pPr marL="0" lvl="0" indent="0" algn="just" defTabSz="622300">
            <a:lnSpc>
              <a:spcPct val="90000"/>
            </a:lnSpc>
            <a:spcBef>
              <a:spcPct val="0"/>
            </a:spcBef>
            <a:spcAft>
              <a:spcPct val="35000"/>
            </a:spcAft>
            <a:buFont typeface="Arial" panose="020B0604020202020204" pitchFamily="34" charset="0"/>
            <a:buNone/>
          </a:pPr>
          <a:r>
            <a:rPr lang="en-US" sz="1400" b="1" kern="1200" dirty="0">
              <a:latin typeface="Times New Roman" panose="02020603050405020304" pitchFamily="18" charset="0"/>
              <a:cs typeface="Times New Roman" panose="02020603050405020304" pitchFamily="18" charset="0"/>
            </a:rPr>
            <a:t>Preprocessing</a:t>
          </a:r>
          <a:r>
            <a:rPr lang="en-US" sz="1400" kern="1200" dirty="0">
              <a:latin typeface="Times New Roman" panose="02020603050405020304" pitchFamily="18" charset="0"/>
              <a:cs typeface="Times New Roman" panose="02020603050405020304" pitchFamily="18" charset="0"/>
            </a:rPr>
            <a:t> → Lemmatization, noise removal, and stop-word filtering.</a:t>
          </a:r>
        </a:p>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Feature Engineering</a:t>
          </a:r>
          <a:r>
            <a:rPr lang="en-US" sz="1400" b="1" kern="1200" dirty="0">
              <a:latin typeface="Times New Roman" panose="02020603050405020304" pitchFamily="18" charset="0"/>
              <a:cs typeface="Times New Roman" panose="02020603050405020304" pitchFamily="18" charset="0"/>
            </a:rPr>
            <a:t> </a:t>
          </a:r>
          <a:r>
            <a:rPr lang="en-US" sz="1400" kern="1200" dirty="0">
              <a:latin typeface="Times New Roman" panose="02020603050405020304" pitchFamily="18" charset="0"/>
              <a:cs typeface="Times New Roman" panose="02020603050405020304" pitchFamily="18" charset="0"/>
            </a:rPr>
            <a:t>→ TF-IDF vectorization (Capped at 5,000 features).</a:t>
          </a:r>
          <a:endParaRPr lang="en-IN" sz="1400" kern="1200" dirty="0">
            <a:latin typeface="Times New Roman" panose="02020603050405020304" pitchFamily="18" charset="0"/>
            <a:cs typeface="Times New Roman" panose="02020603050405020304" pitchFamily="18" charset="0"/>
          </a:endParaRPr>
        </a:p>
      </dsp:txBody>
      <dsp:txXfrm>
        <a:off x="383964" y="1976641"/>
        <a:ext cx="5807285" cy="1421330"/>
      </dsp:txXfrm>
    </dsp:sp>
    <dsp:sp modelId="{8E1DF36B-E0EE-420D-BDE4-3BC338D66BE0}">
      <dsp:nvSpPr>
        <dsp:cNvPr id="0" name=""/>
        <dsp:cNvSpPr/>
      </dsp:nvSpPr>
      <dsp:spPr>
        <a:xfrm>
          <a:off x="0" y="4696763"/>
          <a:ext cx="6270046" cy="579600"/>
        </a:xfrm>
        <a:prstGeom prst="rect">
          <a:avLst/>
        </a:prstGeom>
        <a:solidFill>
          <a:schemeClr val="accent6">
            <a:alpha val="90000"/>
            <a:tint val="40000"/>
            <a:hueOff val="0"/>
            <a:satOff val="0"/>
            <a:lumOff val="0"/>
            <a:alphaOff val="0"/>
          </a:schemeClr>
        </a:solidFill>
        <a:ln w="25400" cap="flat"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022886-DE78-4E79-869F-44B927A6DA15}">
      <dsp:nvSpPr>
        <dsp:cNvPr id="0" name=""/>
        <dsp:cNvSpPr/>
      </dsp:nvSpPr>
      <dsp:spPr>
        <a:xfrm>
          <a:off x="298500" y="3839182"/>
          <a:ext cx="5970008" cy="1197060"/>
        </a:xfrm>
        <a:prstGeom prst="round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895" tIns="0" rIns="165895" bIns="0" numCol="1" spcCol="1270" anchor="ctr" anchorCtr="0">
          <a:noAutofit/>
        </a:bodyPr>
        <a:lstStyle/>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Predictive Intelligence Layer (Output-Linear SVM)</a:t>
          </a:r>
        </a:p>
        <a:p>
          <a:pPr marL="0" lvl="0" indent="0" algn="just" defTabSz="622300">
            <a:lnSpc>
              <a:spcPct val="90000"/>
            </a:lnSpc>
            <a:spcBef>
              <a:spcPct val="0"/>
            </a:spcBef>
            <a:spcAft>
              <a:spcPct val="35000"/>
            </a:spcAft>
            <a:buFont typeface="Arial" panose="020B0604020202020204" pitchFamily="34" charset="0"/>
            <a:buNone/>
          </a:pPr>
          <a:r>
            <a:rPr lang="en-US" sz="1400" b="1" kern="1200" dirty="0">
              <a:latin typeface="Times New Roman" panose="02020603050405020304" pitchFamily="18" charset="0"/>
              <a:cs typeface="Times New Roman" panose="02020603050405020304" pitchFamily="18" charset="0"/>
            </a:rPr>
            <a:t>Classification</a:t>
          </a:r>
          <a:r>
            <a:rPr lang="en-US" sz="1400" kern="1200" dirty="0">
              <a:latin typeface="Times New Roman" panose="02020603050405020304" pitchFamily="18" charset="0"/>
              <a:cs typeface="Times New Roman" panose="02020603050405020304" pitchFamily="18" charset="0"/>
            </a:rPr>
            <a:t>→ Multi-class categorization into 7 mental health states.</a:t>
          </a:r>
        </a:p>
        <a:p>
          <a:pPr marL="0" lvl="0" indent="0" algn="just" defTabSz="622300">
            <a:lnSpc>
              <a:spcPct val="90000"/>
            </a:lnSpc>
            <a:spcBef>
              <a:spcPct val="0"/>
            </a:spcBef>
            <a:spcAft>
              <a:spcPct val="35000"/>
            </a:spcAft>
            <a:buFont typeface="Arial" panose="020B0604020202020204" pitchFamily="34" charset="0"/>
            <a:buNone/>
          </a:pPr>
          <a:r>
            <a:rPr lang="en-IN" sz="1400" b="1" kern="1200" dirty="0">
              <a:latin typeface="Times New Roman" panose="02020603050405020304" pitchFamily="18" charset="0"/>
              <a:cs typeface="Times New Roman" panose="02020603050405020304" pitchFamily="18" charset="0"/>
            </a:rPr>
            <a:t>Validation</a:t>
          </a:r>
          <a:r>
            <a:rPr lang="en-US" sz="1400" b="1" kern="1200" dirty="0">
              <a:latin typeface="Times New Roman" panose="02020603050405020304" pitchFamily="18" charset="0"/>
              <a:cs typeface="Times New Roman" panose="02020603050405020304" pitchFamily="18" charset="0"/>
            </a:rPr>
            <a:t> </a:t>
          </a:r>
          <a:r>
            <a:rPr lang="en-US" sz="1400" kern="1200" dirty="0">
              <a:latin typeface="Times New Roman" panose="02020603050405020304" pitchFamily="18" charset="0"/>
              <a:cs typeface="Times New Roman" panose="02020603050405020304" pitchFamily="18" charset="0"/>
            </a:rPr>
            <a:t>→ Evaluation of precision, recall, and F1-scores.</a:t>
          </a:r>
          <a:endParaRPr lang="en-IN" sz="1400" kern="1200" dirty="0">
            <a:latin typeface="Times New Roman" panose="02020603050405020304" pitchFamily="18" charset="0"/>
            <a:cs typeface="Times New Roman" panose="02020603050405020304" pitchFamily="18" charset="0"/>
          </a:endParaRPr>
        </a:p>
      </dsp:txBody>
      <dsp:txXfrm>
        <a:off x="356936" y="3897618"/>
        <a:ext cx="5853136" cy="10801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E1009E-5B06-41AF-AE97-2EE66820F526}">
      <dsp:nvSpPr>
        <dsp:cNvPr id="0" name=""/>
        <dsp:cNvSpPr/>
      </dsp:nvSpPr>
      <dsp:spPr>
        <a:xfrm>
          <a:off x="1458468" y="0"/>
          <a:ext cx="5605272" cy="5605272"/>
        </a:xfrm>
        <a:prstGeom prst="diamond">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DA227A-CDBC-41D1-9272-044F462B3962}">
      <dsp:nvSpPr>
        <dsp:cNvPr id="0" name=""/>
        <dsp:cNvSpPr/>
      </dsp:nvSpPr>
      <dsp:spPr>
        <a:xfrm>
          <a:off x="1990968" y="532500"/>
          <a:ext cx="2186056" cy="2186056"/>
        </a:xfrm>
        <a:prstGeom prst="roundRect">
          <a:avLst/>
        </a:prstGeom>
        <a:solidFill>
          <a:schemeClr val="lt1">
            <a:hueOff val="0"/>
            <a:satOff val="0"/>
            <a:lumOff val="0"/>
            <a:alphaOff val="0"/>
          </a:schemeClr>
        </a:solidFill>
        <a:ln w="38100" cap="flat" cmpd="sng" algn="ctr">
          <a:solidFill>
            <a:schemeClr val="accent4">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1" i="0" u="none" kern="1200" dirty="0">
              <a:latin typeface="Times New Roman" panose="02020603050405020304" pitchFamily="18" charset="0"/>
              <a:cs typeface="Times New Roman" panose="02020603050405020304" pitchFamily="18" charset="0"/>
            </a:rPr>
            <a:t>Non-Invasive Screening : </a:t>
          </a:r>
          <a:r>
            <a:rPr lang="en-US" sz="2000" kern="1200" dirty="0">
              <a:latin typeface="Times New Roman" panose="02020603050405020304" pitchFamily="18" charset="0"/>
              <a:cs typeface="Times New Roman" panose="02020603050405020304" pitchFamily="18" charset="0"/>
            </a:rPr>
            <a:t>Early detection using existing social media text.</a:t>
          </a:r>
          <a:endParaRPr lang="en-IN" sz="2000" b="1" i="0" u="none" kern="1200" dirty="0">
            <a:latin typeface="Times New Roman" panose="02020603050405020304" pitchFamily="18" charset="0"/>
            <a:cs typeface="Times New Roman" panose="02020603050405020304" pitchFamily="18" charset="0"/>
          </a:endParaRPr>
        </a:p>
        <a:p>
          <a:pPr marL="0" lvl="0" indent="0" algn="ctr" defTabSz="889000">
            <a:lnSpc>
              <a:spcPct val="90000"/>
            </a:lnSpc>
            <a:spcBef>
              <a:spcPct val="0"/>
            </a:spcBef>
            <a:spcAft>
              <a:spcPct val="35000"/>
            </a:spcAft>
            <a:buFont typeface="Arial" panose="020B0604020202020204" pitchFamily="34" charset="0"/>
            <a:buNone/>
          </a:pPr>
          <a:endParaRPr lang="en-IN" sz="2000" b="0" kern="1200" dirty="0">
            <a:latin typeface="Times New Roman" panose="02020603050405020304" pitchFamily="18" charset="0"/>
            <a:cs typeface="Times New Roman" panose="02020603050405020304" pitchFamily="18" charset="0"/>
          </a:endParaRPr>
        </a:p>
      </dsp:txBody>
      <dsp:txXfrm>
        <a:off x="2097682" y="639214"/>
        <a:ext cx="1972628" cy="1972628"/>
      </dsp:txXfrm>
    </dsp:sp>
    <dsp:sp modelId="{FC6A5E8A-5330-49AF-A00C-258FCBDA38BF}">
      <dsp:nvSpPr>
        <dsp:cNvPr id="0" name=""/>
        <dsp:cNvSpPr/>
      </dsp:nvSpPr>
      <dsp:spPr>
        <a:xfrm>
          <a:off x="4345183" y="532500"/>
          <a:ext cx="2186056" cy="2186056"/>
        </a:xfrm>
        <a:prstGeom prst="roundRect">
          <a:avLst/>
        </a:prstGeom>
        <a:solidFill>
          <a:schemeClr val="lt1">
            <a:hueOff val="0"/>
            <a:satOff val="0"/>
            <a:lumOff val="0"/>
            <a:alphaOff val="0"/>
          </a:schemeClr>
        </a:solidFill>
        <a:ln w="38100" cap="flat" cmpd="sng" algn="ctr">
          <a:solidFill>
            <a:schemeClr val="accent4">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1" i="0" u="none" kern="1200" dirty="0">
              <a:latin typeface="Times New Roman" panose="02020603050405020304" pitchFamily="18" charset="0"/>
              <a:cs typeface="Times New Roman" panose="02020603050405020304" pitchFamily="18" charset="0"/>
            </a:rPr>
            <a:t>Mathematically Robust: </a:t>
          </a:r>
          <a:r>
            <a:rPr lang="en-US" sz="2000" kern="1200" dirty="0">
              <a:latin typeface="Times New Roman" panose="02020603050405020304" pitchFamily="18" charset="0"/>
              <a:cs typeface="Times New Roman" panose="02020603050405020304" pitchFamily="18" charset="0"/>
            </a:rPr>
            <a:t>Optimized Linear SVM ensures high prediction accuracy. </a:t>
          </a:r>
          <a:endParaRPr lang="en-IN" sz="2000" b="0" kern="1200" dirty="0">
            <a:latin typeface="Times New Roman" panose="02020603050405020304" pitchFamily="18" charset="0"/>
            <a:cs typeface="Times New Roman" panose="02020603050405020304" pitchFamily="18" charset="0"/>
          </a:endParaRPr>
        </a:p>
      </dsp:txBody>
      <dsp:txXfrm>
        <a:off x="4451897" y="639214"/>
        <a:ext cx="1972628" cy="1972628"/>
      </dsp:txXfrm>
    </dsp:sp>
    <dsp:sp modelId="{EE0C0783-0693-4795-99A6-BE1D877C134A}">
      <dsp:nvSpPr>
        <dsp:cNvPr id="0" name=""/>
        <dsp:cNvSpPr/>
      </dsp:nvSpPr>
      <dsp:spPr>
        <a:xfrm>
          <a:off x="1990968" y="2886715"/>
          <a:ext cx="2186056" cy="2186056"/>
        </a:xfrm>
        <a:prstGeom prst="roundRect">
          <a:avLst/>
        </a:prstGeom>
        <a:solidFill>
          <a:schemeClr val="lt1">
            <a:hueOff val="0"/>
            <a:satOff val="0"/>
            <a:lumOff val="0"/>
            <a:alphaOff val="0"/>
          </a:schemeClr>
        </a:solidFill>
        <a:ln w="38100" cap="flat" cmpd="sng" algn="ctr">
          <a:solidFill>
            <a:schemeClr val="accent4">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1" i="0" u="none" kern="1200" dirty="0">
              <a:latin typeface="Times New Roman" panose="02020603050405020304" pitchFamily="18" charset="0"/>
              <a:cs typeface="Times New Roman" panose="02020603050405020304" pitchFamily="18" charset="0"/>
            </a:rPr>
            <a:t>Clinical Scalable : </a:t>
          </a:r>
          <a:r>
            <a:rPr lang="en-US" sz="2000" kern="1200" dirty="0">
              <a:latin typeface="Times New Roman" panose="02020603050405020304" pitchFamily="18" charset="0"/>
              <a:cs typeface="Times New Roman" panose="02020603050405020304" pitchFamily="18" charset="0"/>
            </a:rPr>
            <a:t>Handles massive datasets with low computational overhead.</a:t>
          </a:r>
          <a:endParaRPr lang="en-IN" sz="2000" b="0" kern="1200" dirty="0">
            <a:latin typeface="Times New Roman" panose="02020603050405020304" pitchFamily="18" charset="0"/>
            <a:cs typeface="Times New Roman" panose="02020603050405020304" pitchFamily="18" charset="0"/>
          </a:endParaRPr>
        </a:p>
      </dsp:txBody>
      <dsp:txXfrm>
        <a:off x="2097682" y="2993429"/>
        <a:ext cx="1972628" cy="1972628"/>
      </dsp:txXfrm>
    </dsp:sp>
    <dsp:sp modelId="{6BE3EFF8-FBA1-40CA-8B6E-5C849D146E0E}">
      <dsp:nvSpPr>
        <dsp:cNvPr id="0" name=""/>
        <dsp:cNvSpPr/>
      </dsp:nvSpPr>
      <dsp:spPr>
        <a:xfrm>
          <a:off x="4345183" y="2886715"/>
          <a:ext cx="2186056" cy="2186056"/>
        </a:xfrm>
        <a:prstGeom prst="roundRect">
          <a:avLst/>
        </a:prstGeom>
        <a:solidFill>
          <a:schemeClr val="lt1">
            <a:hueOff val="0"/>
            <a:satOff val="0"/>
            <a:lumOff val="0"/>
            <a:alphaOff val="0"/>
          </a:schemeClr>
        </a:solidFill>
        <a:ln w="38100" cap="flat" cmpd="sng" algn="ctr">
          <a:solidFill>
            <a:schemeClr val="accent4">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1" i="0" u="none" kern="1200" dirty="0">
              <a:latin typeface="Times New Roman" panose="02020603050405020304" pitchFamily="18" charset="0"/>
              <a:cs typeface="Times New Roman" panose="02020603050405020304" pitchFamily="18" charset="0"/>
            </a:rPr>
            <a:t>Objective Markers: </a:t>
          </a:r>
          <a:r>
            <a:rPr lang="en-IN" sz="2000" kern="1200" dirty="0">
              <a:latin typeface="Times New Roman" panose="02020603050405020304" pitchFamily="18" charset="0"/>
              <a:cs typeface="Times New Roman" panose="02020603050405020304" pitchFamily="18" charset="0"/>
            </a:rPr>
            <a:t>Data-driven metrics eliminate subjective diagnostic bias.</a:t>
          </a:r>
          <a:endParaRPr lang="en-IN" sz="2000" b="0" kern="1200" dirty="0">
            <a:latin typeface="Times New Roman" panose="02020603050405020304" pitchFamily="18" charset="0"/>
            <a:cs typeface="Times New Roman" panose="02020603050405020304" pitchFamily="18" charset="0"/>
          </a:endParaRPr>
        </a:p>
      </dsp:txBody>
      <dsp:txXfrm>
        <a:off x="4451897" y="2993429"/>
        <a:ext cx="1972628" cy="19726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B3AF69-7D8D-46DE-BDDB-BB5947FE8F92}">
      <dsp:nvSpPr>
        <dsp:cNvPr id="0" name=""/>
        <dsp:cNvSpPr/>
      </dsp:nvSpPr>
      <dsp:spPr>
        <a:xfrm>
          <a:off x="1239614" y="0"/>
          <a:ext cx="5577840" cy="5577840"/>
        </a:xfrm>
        <a:prstGeom prst="triangl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C9FB229-8158-497A-B8AC-80782C1DEA08}">
      <dsp:nvSpPr>
        <dsp:cNvPr id="0" name=""/>
        <dsp:cNvSpPr/>
      </dsp:nvSpPr>
      <dsp:spPr>
        <a:xfrm>
          <a:off x="1414125" y="455432"/>
          <a:ext cx="5011806" cy="1187363"/>
        </a:xfrm>
        <a:prstGeom prst="round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t>Successfully validated a 7-class sentiment analysis framework for mental health screening.</a:t>
          </a:r>
          <a:endParaRPr lang="en-IN" sz="1400" kern="1200" dirty="0">
            <a:latin typeface="Times New Roman" panose="02020603050405020304" pitchFamily="18" charset="0"/>
            <a:cs typeface="Times New Roman" panose="02020603050405020304" pitchFamily="18" charset="0"/>
          </a:endParaRPr>
        </a:p>
      </dsp:txBody>
      <dsp:txXfrm>
        <a:off x="1472087" y="513394"/>
        <a:ext cx="4895882" cy="1071439"/>
      </dsp:txXfrm>
    </dsp:sp>
    <dsp:sp modelId="{D012FD13-2192-43D6-A330-F0F225995B0F}">
      <dsp:nvSpPr>
        <dsp:cNvPr id="0" name=""/>
        <dsp:cNvSpPr/>
      </dsp:nvSpPr>
      <dsp:spPr>
        <a:xfrm>
          <a:off x="1498493" y="1804658"/>
          <a:ext cx="5011806" cy="894021"/>
        </a:xfrm>
        <a:prstGeom prst="roundRect">
          <a:avLst/>
        </a:prstGeom>
        <a:solidFill>
          <a:schemeClr val="lt1">
            <a:alpha val="90000"/>
            <a:hueOff val="0"/>
            <a:satOff val="0"/>
            <a:lumOff val="0"/>
            <a:alphaOff val="0"/>
          </a:schemeClr>
        </a:solidFill>
        <a:ln w="25400" cap="flat" cmpd="sng" algn="ctr">
          <a:solidFill>
            <a:schemeClr val="accent3">
              <a:hueOff val="3750088"/>
              <a:satOff val="-5627"/>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t>Effectively processed a large-scale dataset of 52,681 records using advanced NLP and TF-IDF engineering.</a:t>
          </a:r>
          <a:endParaRPr lang="en-IN" sz="1400" kern="1200" dirty="0">
            <a:latin typeface="Times New Roman" panose="02020603050405020304" pitchFamily="18" charset="0"/>
            <a:cs typeface="Times New Roman" panose="02020603050405020304" pitchFamily="18" charset="0"/>
          </a:endParaRPr>
        </a:p>
      </dsp:txBody>
      <dsp:txXfrm>
        <a:off x="1542136" y="1848301"/>
        <a:ext cx="4924520" cy="806735"/>
      </dsp:txXfrm>
    </dsp:sp>
    <dsp:sp modelId="{16053F61-981F-49A4-8C1C-C79170213CAE}">
      <dsp:nvSpPr>
        <dsp:cNvPr id="0" name=""/>
        <dsp:cNvSpPr/>
      </dsp:nvSpPr>
      <dsp:spPr>
        <a:xfrm>
          <a:off x="1466714" y="3018325"/>
          <a:ext cx="5057887" cy="1031150"/>
        </a:xfrm>
        <a:prstGeom prst="roundRect">
          <a:avLst/>
        </a:prstGeom>
        <a:solidFill>
          <a:schemeClr val="lt1">
            <a:alpha val="90000"/>
            <a:hueOff val="0"/>
            <a:satOff val="0"/>
            <a:lumOff val="0"/>
            <a:alphaOff val="0"/>
          </a:schemeClr>
        </a:solidFill>
        <a:ln w="25400" cap="flat" cmpd="sng" algn="ctr">
          <a:solidFill>
            <a:schemeClr val="accent3">
              <a:hueOff val="7500176"/>
              <a:satOff val="-11253"/>
              <a:lumOff val="-18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t>Proved Linear SVM as the superior architecture with a validated accuracy of 76.42%.</a:t>
          </a:r>
          <a:endParaRPr lang="en-IN" sz="1400" kern="1200" dirty="0">
            <a:latin typeface="Times New Roman" panose="02020603050405020304" pitchFamily="18" charset="0"/>
            <a:cs typeface="Times New Roman" panose="02020603050405020304" pitchFamily="18" charset="0"/>
          </a:endParaRPr>
        </a:p>
      </dsp:txBody>
      <dsp:txXfrm>
        <a:off x="1517051" y="3068662"/>
        <a:ext cx="4957213" cy="930476"/>
      </dsp:txXfrm>
    </dsp:sp>
    <dsp:sp modelId="{B531B567-C94D-48A3-8F39-E2A4F31902FC}">
      <dsp:nvSpPr>
        <dsp:cNvPr id="0" name=""/>
        <dsp:cNvSpPr/>
      </dsp:nvSpPr>
      <dsp:spPr>
        <a:xfrm>
          <a:off x="1436930" y="4305183"/>
          <a:ext cx="5192578" cy="1044200"/>
        </a:xfrm>
        <a:prstGeom prst="roundRect">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just" defTabSz="622300">
            <a:lnSpc>
              <a:spcPct val="90000"/>
            </a:lnSpc>
            <a:spcBef>
              <a:spcPct val="0"/>
            </a:spcBef>
            <a:spcAft>
              <a:spcPct val="35000"/>
            </a:spcAft>
            <a:buNone/>
          </a:pPr>
          <a:r>
            <a:rPr lang="en-US" sz="1400" kern="1200" dirty="0"/>
            <a:t>Developed a scalable, objective tool that bridges the gap between digital expression and proactive clinical intervention.</a:t>
          </a:r>
          <a:endParaRPr lang="en-IN" sz="1400" b="0" kern="1200" dirty="0">
            <a:latin typeface="Times New Roman" panose="02020603050405020304" pitchFamily="18" charset="0"/>
            <a:cs typeface="Times New Roman" panose="02020603050405020304" pitchFamily="18" charset="0"/>
          </a:endParaRPr>
        </a:p>
      </dsp:txBody>
      <dsp:txXfrm>
        <a:off x="1487904" y="4356157"/>
        <a:ext cx="5090630" cy="94225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Name of the faculty [Group: G00] [Sem:2nd]</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C746DE1A-2495-65FD-11D8-58865213897A}"/>
            </a:ext>
          </a:extLst>
        </p:cNvPr>
        <p:cNvGrpSpPr/>
        <p:nvPr/>
      </p:nvGrpSpPr>
      <p:grpSpPr>
        <a:xfrm>
          <a:off x="0" y="0"/>
          <a:ext cx="0" cy="0"/>
          <a:chOff x="0" y="0"/>
          <a:chExt cx="0" cy="0"/>
        </a:xfrm>
      </p:grpSpPr>
      <p:sp>
        <p:nvSpPr>
          <p:cNvPr id="93" name="Google Shape;93;p3:notes">
            <a:extLst>
              <a:ext uri="{FF2B5EF4-FFF2-40B4-BE49-F238E27FC236}">
                <a16:creationId xmlns:a16="http://schemas.microsoft.com/office/drawing/2014/main" id="{702F6C27-AD5B-1823-9420-D6B389744116}"/>
              </a:ext>
            </a:extLst>
          </p:cNvPr>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4" name="Google Shape;94;p3:notes">
            <a:extLst>
              <a:ext uri="{FF2B5EF4-FFF2-40B4-BE49-F238E27FC236}">
                <a16:creationId xmlns:a16="http://schemas.microsoft.com/office/drawing/2014/main" id="{7364BB38-B5AF-61DC-1894-028E67E69992}"/>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18880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2e7a972ef_1_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0" name="Google Shape;100;g342e7a972ef_1_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1" name="Google Shape;101;g342e7a972ef_1_3: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42e7a972ef_1_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07" name="Google Shape;107;g342e7a972ef_1_1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g342e7a972ef_1_1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42e7a972ef_1_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35" name="Google Shape;135;g342e7a972ef_1_18: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6" name="Google Shape;136;g342e7a972ef_1_18: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42e7a972ef_1_4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9" name="Google Shape;189;g342e7a972ef_1_41: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0" name="Google Shape;190;g342e7a972ef_1_41: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42e7a972ef_1_425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22" name="Google Shape;222;g342e7a972ef_1_425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23" name="Google Shape;223;g342e7a972ef_1_4252: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42e7a972ef_1_645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92" name="Google Shape;292;g342e7a972ef_1_6456: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3" name="Google Shape;293;g342e7a972ef_1_6456: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4" name="Google Shape;434;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2"/>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1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6"/>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7"/>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7"/>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8"/>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9"/>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9"/>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2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20"/>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0"/>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1"/>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2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1"/>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2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2"/>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2"/>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22"/>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2"/>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2"/>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2"/>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0"/>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p10"/>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2" name="Google Shape;12;p10"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pic>
        <p:nvPicPr>
          <p:cNvPr id="13" name="Google Shape;13;p10"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14" name="Google Shape;14;p10"/>
          <p:cNvGrpSpPr/>
          <p:nvPr/>
        </p:nvGrpSpPr>
        <p:grpSpPr>
          <a:xfrm>
            <a:off x="6146640" y="0"/>
            <a:ext cx="2997000" cy="875880"/>
            <a:chOff x="6146640" y="0"/>
            <a:chExt cx="2997000" cy="875880"/>
          </a:xfrm>
        </p:grpSpPr>
        <p:sp>
          <p:nvSpPr>
            <p:cNvPr id="15" name="Google Shape;15;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6" name="Google Shape;16;p10"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17" name="Google Shape;17;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18" name="Google Shape;18;p10"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pic>
        <p:nvPicPr>
          <p:cNvPr id="19" name="Google Shape;19;p10"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grpSp>
        <p:nvGrpSpPr>
          <p:cNvPr id="20" name="Google Shape;20;p10"/>
          <p:cNvGrpSpPr/>
          <p:nvPr/>
        </p:nvGrpSpPr>
        <p:grpSpPr>
          <a:xfrm>
            <a:off x="6146640" y="0"/>
            <a:ext cx="2997000" cy="875880"/>
            <a:chOff x="6146640" y="0"/>
            <a:chExt cx="2997000" cy="875880"/>
          </a:xfrm>
        </p:grpSpPr>
        <p:sp>
          <p:nvSpPr>
            <p:cNvPr id="21" name="Google Shape;21;p10"/>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2" name="Google Shape;22;p10" descr="LOGO.gif"/>
            <p:cNvPicPr preferRelativeResize="0"/>
            <p:nvPr/>
          </p:nvPicPr>
          <p:blipFill rotWithShape="1">
            <a:blip r:embed="rId13">
              <a:alphaModFix/>
            </a:blip>
            <a:srcRect b="10718"/>
            <a:stretch/>
          </p:blipFill>
          <p:spPr>
            <a:xfrm>
              <a:off x="6553080" y="228600"/>
              <a:ext cx="2057040" cy="634680"/>
            </a:xfrm>
            <a:prstGeom prst="rect">
              <a:avLst/>
            </a:prstGeom>
            <a:noFill/>
            <a:ln>
              <a:noFill/>
            </a:ln>
          </p:spPr>
        </p:pic>
        <p:sp>
          <p:nvSpPr>
            <p:cNvPr id="23" name="Google Shape;23;p10"/>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4" name="Google Shape;24;p10" descr="logo.jpg"/>
          <p:cNvPicPr preferRelativeResize="0"/>
          <p:nvPr/>
        </p:nvPicPr>
        <p:blipFill rotWithShape="1">
          <a:blip r:embed="rId14">
            <a:alphaModFix/>
          </a:blip>
          <a:srcRect/>
          <a:stretch/>
        </p:blipFill>
        <p:spPr>
          <a:xfrm>
            <a:off x="6553080" y="228600"/>
            <a:ext cx="1920600" cy="609120"/>
          </a:xfrm>
          <a:prstGeom prst="rect">
            <a:avLst/>
          </a:prstGeom>
          <a:noFill/>
          <a:ln>
            <a:noFill/>
          </a:ln>
        </p:spPr>
      </p:pic>
      <p:sp>
        <p:nvSpPr>
          <p:cNvPr id="25" name="Google Shape;25;p10"/>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0"/>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10"/>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28" name="Google Shape;28;p10"/>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dirty="0"/>
          </a:p>
        </p:txBody>
      </p:sp>
      <p:sp>
        <p:nvSpPr>
          <p:cNvPr id="29" name="Google Shape;29;p10"/>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0" y="840624"/>
            <a:ext cx="9144000" cy="58725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Project Presentation of Research Paper</a:t>
            </a:r>
            <a:endParaRPr lang="en-US" sz="1800" b="1"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dirty="0">
              <a:latin typeface="Times New Roman"/>
              <a:ea typeface="Times New Roman"/>
              <a:cs typeface="Times New Roman"/>
              <a:sym typeface="Times New Roman"/>
            </a:endParaRPr>
          </a:p>
          <a:p>
            <a:pPr lvl="0" algn="ctr">
              <a:spcBef>
                <a:spcPts val="400"/>
              </a:spcBef>
            </a:pPr>
            <a:r>
              <a:rPr lang="en-US" sz="4200" b="1" dirty="0">
                <a:solidFill>
                  <a:schemeClr val="dk1"/>
                </a:solidFill>
                <a:latin typeface="Times New Roman"/>
                <a:ea typeface="Times New Roman"/>
                <a:cs typeface="Times New Roman"/>
                <a:sym typeface="Times New Roman"/>
              </a:rPr>
              <a:t>Mental Health Assessment Using Sentiment Analysis</a:t>
            </a:r>
            <a:br>
              <a:rPr lang="en-US" sz="2000" i="0" u="none" strike="noStrike" cap="none" dirty="0">
                <a:solidFill>
                  <a:srgbClr val="000000"/>
                </a:solidFill>
                <a:latin typeface="Times New Roman"/>
                <a:ea typeface="Times New Roman"/>
                <a:cs typeface="Times New Roman"/>
                <a:sym typeface="Times New Roman"/>
              </a:rPr>
            </a:br>
            <a:r>
              <a:rPr lang="en-US" sz="2000" i="0" u="none" strike="noStrike" cap="none" dirty="0">
                <a:solidFill>
                  <a:srgbClr val="000000"/>
                </a:solidFill>
                <a:latin typeface="Times New Roman"/>
                <a:ea typeface="Times New Roman"/>
                <a:cs typeface="Times New Roman"/>
                <a:sym typeface="Times New Roman"/>
              </a:rPr>
              <a:t>  Simranpreet Kaur - 2210990854</a:t>
            </a:r>
            <a:endParaRPr lang="en-IN" sz="200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Anish Singal</a:t>
            </a:r>
            <a:r>
              <a:rPr lang="en-US" sz="2000" i="0" u="none" strike="noStrike" cap="none" dirty="0">
                <a:solidFill>
                  <a:srgbClr val="000000"/>
                </a:solidFill>
                <a:latin typeface="Times New Roman"/>
                <a:ea typeface="Times New Roman"/>
                <a:cs typeface="Times New Roman"/>
                <a:sym typeface="Times New Roman"/>
              </a:rPr>
              <a:t> - 2210990116</a:t>
            </a:r>
            <a:endParaRPr lang="en-US" sz="20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i="0" u="none" strike="noStrike" cap="none" dirty="0">
                <a:solidFill>
                  <a:srgbClr val="000000"/>
                </a:solidFill>
                <a:latin typeface="Times New Roman"/>
                <a:ea typeface="Times New Roman"/>
                <a:cs typeface="Times New Roman"/>
                <a:sym typeface="Times New Roman"/>
              </a:rPr>
              <a:t>Supervised By</a:t>
            </a:r>
            <a:endParaRPr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Dr. Shikha Tuteja</a:t>
            </a:r>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Associate Professor</a:t>
            </a:r>
          </a:p>
          <a:p>
            <a:pPr marL="0" marR="0" lvl="0" indent="0" algn="ctr" rtl="0">
              <a:lnSpc>
                <a:spcPct val="100000"/>
              </a:lnSpc>
              <a:spcBef>
                <a:spcPts val="400"/>
              </a:spcBef>
              <a:spcAft>
                <a:spcPts val="0"/>
              </a:spcAft>
              <a:buNone/>
            </a:pPr>
            <a:endParaRPr sz="200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i="0" u="none" strike="noStrike" cap="none" dirty="0">
                <a:solidFill>
                  <a:schemeClr val="dk1"/>
                </a:solidFill>
                <a:latin typeface="Times New Roman"/>
                <a:ea typeface="Times New Roman"/>
                <a:cs typeface="Times New Roman"/>
                <a:sym typeface="Times New Roman"/>
              </a:rPr>
              <a:t>Department of Computer Science and Engineering, </a:t>
            </a:r>
            <a:endParaRPr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i="0" u="none" strike="noStrike" cap="none" dirty="0">
                <a:solidFill>
                  <a:schemeClr val="dk1"/>
                </a:solidFill>
                <a:latin typeface="Times New Roman"/>
                <a:ea typeface="Times New Roman"/>
                <a:cs typeface="Times New Roman"/>
                <a:sym typeface="Times New Roman"/>
              </a:rPr>
              <a:t>Chitkara University, Punjab</a:t>
            </a:r>
            <a:endParaRPr dirty="0">
              <a:latin typeface="Times New Roman"/>
              <a:ea typeface="Times New Roman"/>
              <a:cs typeface="Times New Roman"/>
              <a:sym typeface="Times New Roman"/>
            </a:endParaRPr>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457200" y="0"/>
            <a:ext cx="6019560" cy="8377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200" b="0" i="0" u="none" strike="noStrike" cap="none" dirty="0">
                <a:solidFill>
                  <a:schemeClr val="dk1"/>
                </a:solidFill>
                <a:latin typeface="Times New Roman"/>
                <a:ea typeface="Times New Roman"/>
                <a:cs typeface="Times New Roman"/>
                <a:sym typeface="Times New Roman"/>
              </a:rPr>
              <a:t>Introduction</a:t>
            </a:r>
            <a:endParaRPr sz="3000" b="0" i="0" u="none" strike="noStrike" cap="none" dirty="0">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dirty="0">
              <a:solidFill>
                <a:schemeClr val="dk1"/>
              </a:solidFill>
              <a:latin typeface="Times New Roman"/>
              <a:ea typeface="Times New Roman"/>
              <a:cs typeface="Times New Roman"/>
              <a:sym typeface="Times New Roman"/>
            </a:endParaRPr>
          </a:p>
        </p:txBody>
      </p:sp>
      <p:sp>
        <p:nvSpPr>
          <p:cNvPr id="91" name="Google Shape;91;p2"/>
          <p:cNvSpPr txBox="1"/>
          <p:nvPr/>
        </p:nvSpPr>
        <p:spPr>
          <a:xfrm>
            <a:off x="193937" y="941206"/>
            <a:ext cx="8756126" cy="5916794"/>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2400"/>
              </a:spcBef>
              <a:spcAft>
                <a:spcPts val="0"/>
              </a:spcAft>
              <a:buSzPts val="1100"/>
              <a:buNone/>
            </a:pPr>
            <a:r>
              <a:rPr lang="en-US" sz="2400" b="1" dirty="0">
                <a:solidFill>
                  <a:schemeClr val="dk1"/>
                </a:solidFill>
                <a:latin typeface="Times New Roman"/>
                <a:ea typeface="Times New Roman"/>
                <a:cs typeface="Times New Roman"/>
                <a:sym typeface="Times New Roman"/>
              </a:rPr>
              <a:t>Mental Health Assessment using Sentiment Analysis</a:t>
            </a:r>
            <a:endParaRPr lang="en-US" sz="2400" dirty="0">
              <a:solidFill>
                <a:schemeClr val="dk1"/>
              </a:solidFill>
              <a:latin typeface="Times New Roman"/>
              <a:ea typeface="Times New Roman"/>
              <a:cs typeface="Times New Roman"/>
              <a:sym typeface="Times New Roman"/>
            </a:endParaRPr>
          </a:p>
          <a:p>
            <a:pPr lvl="0" algn="just" rtl="0">
              <a:lnSpc>
                <a:spcPct val="115000"/>
              </a:lnSpc>
              <a:spcBef>
                <a:spcPts val="1200"/>
              </a:spcBef>
              <a:spcAft>
                <a:spcPts val="0"/>
              </a:spcAft>
              <a:buClr>
                <a:schemeClr val="dk1"/>
              </a:buClr>
              <a:buSzPts val="1100"/>
            </a:pPr>
            <a:r>
              <a:rPr lang="en-US" sz="1600" dirty="0">
                <a:solidFill>
                  <a:schemeClr val="dk1"/>
                </a:solidFill>
                <a:latin typeface="Times New Roman"/>
                <a:ea typeface="Times New Roman"/>
                <a:cs typeface="Times New Roman"/>
                <a:sym typeface="Times New Roman"/>
              </a:rPr>
              <a:t>Mental Health Assessment using Sentiment Analysis is a sophisticated NLP-driven research project designed to automate the detection of early psychological distress in digital communications. Developed using Python, Scikit-learn, and advanced text-processing libraries, the system provides a non-invasive way to analyze social media "digital footprints" and identify critical emotional trends, helping bridge the gap between digital expression and clinical intervention.</a:t>
            </a:r>
          </a:p>
          <a:p>
            <a:pPr lvl="0" algn="just" rtl="0">
              <a:lnSpc>
                <a:spcPct val="115000"/>
              </a:lnSpc>
              <a:spcBef>
                <a:spcPts val="1200"/>
              </a:spcBef>
              <a:spcAft>
                <a:spcPts val="0"/>
              </a:spcAft>
              <a:buClr>
                <a:schemeClr val="dk1"/>
              </a:buClr>
              <a:buSzPts val="1100"/>
            </a:pPr>
            <a:r>
              <a:rPr lang="en-US" sz="1600" dirty="0">
                <a:solidFill>
                  <a:schemeClr val="dk1"/>
                </a:solidFill>
                <a:latin typeface="Times New Roman"/>
                <a:ea typeface="Times New Roman"/>
                <a:cs typeface="Times New Roman"/>
                <a:sym typeface="Times New Roman"/>
              </a:rPr>
              <a:t>In addition to core sentiment analysis, the framework integrates a sophisticated multi-class classification module capable of predicting seven specific mental states, including Depression, Anxiety, and Suicidal Ideation. By leveraging TF-IDF vectorization and a mathematically optimized Linear SVM model, the platform efficiently processes large-scale datasets—exceeding 52,000 records—to deliver accurate, clinically relevant insights while filtering out linguistic noise.</a:t>
            </a:r>
          </a:p>
          <a:p>
            <a:pPr lvl="0" algn="just" rtl="0">
              <a:lnSpc>
                <a:spcPct val="115000"/>
              </a:lnSpc>
              <a:spcBef>
                <a:spcPts val="1200"/>
              </a:spcBef>
              <a:spcAft>
                <a:spcPts val="0"/>
              </a:spcAft>
              <a:buClr>
                <a:schemeClr val="dk1"/>
              </a:buClr>
              <a:buSzPts val="1100"/>
            </a:pPr>
            <a:r>
              <a:rPr lang="en-US" sz="1600" dirty="0">
                <a:solidFill>
                  <a:schemeClr val="dk1"/>
                </a:solidFill>
                <a:latin typeface="Times New Roman"/>
                <a:ea typeface="Times New Roman"/>
                <a:cs typeface="Times New Roman"/>
                <a:sym typeface="Times New Roman"/>
              </a:rPr>
              <a:t>By combining automation with high-precision machine learning, this research reduces the barriers to mental health screening and supports proactive intervention. Its scalable architecture is designed for seamless integration into healthcare monitoring systems, allowing for future enhancements like temporal tracking to monitor a user’s well-being over time and ensure timely support for those in need.</a:t>
            </a:r>
            <a:endParaRPr sz="1900" b="0" i="0" u="none" strike="noStrike" cap="none" dirty="0">
              <a:solidFill>
                <a:srgbClr val="000000"/>
              </a:solidFill>
              <a:latin typeface="Calibri"/>
              <a:ea typeface="Calibri"/>
              <a:cs typeface="Calibri"/>
              <a:sym typeface="Calibri"/>
            </a:endParaRPr>
          </a:p>
          <a:p>
            <a:pPr marL="0" marR="0" lvl="0" indent="0" algn="just" rtl="0">
              <a:lnSpc>
                <a:spcPct val="15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5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5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5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a:p>
            <a:pPr marL="0" marR="0" lvl="0" indent="0" algn="just" rtl="0">
              <a:lnSpc>
                <a:spcPct val="100000"/>
              </a:lnSpc>
              <a:spcBef>
                <a:spcPts val="400"/>
              </a:spcBef>
              <a:spcAft>
                <a:spcPts val="0"/>
              </a:spcAft>
              <a:buNone/>
            </a:pPr>
            <a:endParaRPr sz="19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0" y="0"/>
            <a:ext cx="6511637" cy="914040"/>
          </a:xfrm>
          <a:prstGeom prst="rect">
            <a:avLst/>
          </a:prstGeom>
          <a:noFill/>
          <a:ln>
            <a:noFill/>
          </a:ln>
        </p:spPr>
        <p:txBody>
          <a:bodyPr spcFirstLastPara="1" wrap="square" lIns="0" tIns="0" rIns="0" bIns="0" anchor="ctr" anchorCtr="0">
            <a:noAutofit/>
          </a:bodyPr>
          <a:lstStyle/>
          <a:p>
            <a:pPr marL="457200" lvl="0" indent="0" algn="l" rtl="0">
              <a:lnSpc>
                <a:spcPct val="90000"/>
              </a:lnSpc>
              <a:spcBef>
                <a:spcPts val="0"/>
              </a:spcBef>
              <a:spcAft>
                <a:spcPts val="0"/>
              </a:spcAft>
              <a:buClr>
                <a:schemeClr val="dk1"/>
              </a:buClr>
              <a:buSzPts val="3200"/>
              <a:buFont typeface="Times New Roman"/>
              <a:buNone/>
            </a:pPr>
            <a:r>
              <a:rPr lang="en-US" sz="3200" dirty="0">
                <a:latin typeface="Times New Roman"/>
                <a:ea typeface="Times New Roman"/>
                <a:cs typeface="Times New Roman"/>
                <a:sym typeface="Times New Roman"/>
              </a:rPr>
              <a:t>Problem Statement</a:t>
            </a:r>
            <a:endParaRPr sz="3200" dirty="0">
              <a:latin typeface="Times New Roman"/>
              <a:ea typeface="Times New Roman"/>
              <a:cs typeface="Times New Roman"/>
              <a:sym typeface="Times New Roman"/>
            </a:endParaRPr>
          </a:p>
        </p:txBody>
      </p:sp>
      <p:sp>
        <p:nvSpPr>
          <p:cNvPr id="97" name="Google Shape;97;p3"/>
          <p:cNvSpPr txBox="1">
            <a:spLocks noGrp="1"/>
          </p:cNvSpPr>
          <p:nvPr>
            <p:ph type="subTitle" idx="1"/>
          </p:nvPr>
        </p:nvSpPr>
        <p:spPr>
          <a:xfrm>
            <a:off x="457350" y="996696"/>
            <a:ext cx="8229300" cy="5513832"/>
          </a:xfrm>
          <a:prstGeom prst="rect">
            <a:avLst/>
          </a:prstGeom>
          <a:noFill/>
          <a:ln>
            <a:noFill/>
          </a:ln>
        </p:spPr>
        <p:txBody>
          <a:bodyPr spcFirstLastPara="1" wrap="square" lIns="0" tIns="0" rIns="0" bIns="0" anchor="ctr" anchorCtr="0">
            <a:noAutofit/>
          </a:bodyPr>
          <a:lstStyle/>
          <a:p>
            <a:pPr marL="50800" indent="0">
              <a:buNone/>
            </a:pPr>
            <a:r>
              <a:rPr lang="en-US" sz="1600" b="1" dirty="0">
                <a:latin typeface="Times New Roman" panose="02020603050405020304" pitchFamily="18" charset="0"/>
                <a:cs typeface="Times New Roman" panose="02020603050405020304" pitchFamily="18" charset="0"/>
              </a:rPr>
              <a:t>Challenges in Traditional Mental Health Screening</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Clinical mental health support is often inaccessible or heavily stigmatized, preventing many individuals from seeking timely help.</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Traditional diagnosis relies on self-reporting and manual assessments during infrequent visits, which often miss the "digital footprints" of distress left online.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Most existing automated models are limited to simple binary classification (e.g., "Depressed" vs. "Normal"), failing to capture the complexity of distinct psychological disorders.</a:t>
            </a:r>
          </a:p>
          <a:p>
            <a:pPr marL="50800" indent="0">
              <a:buNone/>
            </a:pPr>
            <a:r>
              <a:rPr lang="en-US" sz="1600" b="1" dirty="0">
                <a:latin typeface="Times New Roman" panose="02020603050405020304" pitchFamily="18" charset="0"/>
                <a:cs typeface="Times New Roman" panose="02020603050405020304" pitchFamily="18" charset="0"/>
              </a:rPr>
              <a:t>Solution – </a:t>
            </a:r>
          </a:p>
          <a:p>
            <a:r>
              <a:rPr lang="en-US" sz="1600" dirty="0">
                <a:latin typeface="Times New Roman" panose="02020603050405020304" pitchFamily="18" charset="0"/>
                <a:cs typeface="Times New Roman" panose="02020603050405020304" pitchFamily="18" charset="0"/>
              </a:rPr>
              <a:t>An automated, non-invasive NLP framework designed to detect early signs of psychological distress from social media and digital text.</a:t>
            </a:r>
          </a:p>
          <a:p>
            <a:r>
              <a:rPr lang="en-US" sz="1600" dirty="0">
                <a:latin typeface="Times New Roman" panose="02020603050405020304" pitchFamily="18" charset="0"/>
                <a:cs typeface="Times New Roman" panose="02020603050405020304" pitchFamily="18" charset="0"/>
              </a:rPr>
              <a:t>Provides a comprehensive multi-class classification system capable of predicting 7 specific mental states, including Depression, Anxiety, and Suicidal Ideation.</a:t>
            </a:r>
          </a:p>
          <a:p>
            <a:r>
              <a:rPr lang="en-US" sz="1600" dirty="0">
                <a:latin typeface="Times New Roman" panose="02020603050405020304" pitchFamily="18" charset="0"/>
                <a:cs typeface="Times New Roman" panose="02020603050405020304" pitchFamily="18" charset="0"/>
              </a:rPr>
              <a:t>Utilizes advanced preprocessing and TF-IDF vectorization to identify rare, emotionally significant vocabulary that traditional methods might overlook.</a:t>
            </a:r>
          </a:p>
          <a:p>
            <a:r>
              <a:rPr lang="en-US" sz="1600" dirty="0">
                <a:latin typeface="Times New Roman" panose="02020603050405020304" pitchFamily="18" charset="0"/>
                <a:cs typeface="Times New Roman" panose="02020603050405020304" pitchFamily="18" charset="0"/>
              </a:rPr>
              <a:t>Employs a mathematically optimized Linear SVM model to achieve high accuracy (76.42%) and draw clear boundaries in complex linguistic data.</a:t>
            </a:r>
          </a:p>
          <a:p>
            <a:r>
              <a:rPr lang="en-US" sz="1600" dirty="0">
                <a:latin typeface="Times New Roman" panose="02020603050405020304" pitchFamily="18" charset="0"/>
                <a:cs typeface="Times New Roman" panose="02020603050405020304" pitchFamily="18" charset="0"/>
              </a:rPr>
              <a:t>Serves as a scalable screening tool for clinicians, enabling proactive intervention and data-driven monitoring of a patient's mental well-being.</a:t>
            </a:r>
            <a:endParaRPr lang="en-US" altLang="en-US" sz="1600" b="1"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0FCB03D-6A05-207F-E25E-B8EFAB4228D7}"/>
            </a:ext>
          </a:extLst>
        </p:cNvPr>
        <p:cNvGrpSpPr/>
        <p:nvPr/>
      </p:nvGrpSpPr>
      <p:grpSpPr>
        <a:xfrm>
          <a:off x="0" y="0"/>
          <a:ext cx="0" cy="0"/>
          <a:chOff x="0" y="0"/>
          <a:chExt cx="0" cy="0"/>
        </a:xfrm>
      </p:grpSpPr>
      <p:sp>
        <p:nvSpPr>
          <p:cNvPr id="96" name="Google Shape;96;p3">
            <a:extLst>
              <a:ext uri="{FF2B5EF4-FFF2-40B4-BE49-F238E27FC236}">
                <a16:creationId xmlns:a16="http://schemas.microsoft.com/office/drawing/2014/main" id="{0DC2A45F-7BE5-EE9E-84EF-8CFE65EFF42E}"/>
              </a:ext>
            </a:extLst>
          </p:cNvPr>
          <p:cNvSpPr txBox="1">
            <a:spLocks noGrp="1"/>
          </p:cNvSpPr>
          <p:nvPr>
            <p:ph type="title"/>
          </p:nvPr>
        </p:nvSpPr>
        <p:spPr>
          <a:xfrm>
            <a:off x="0" y="0"/>
            <a:ext cx="6511637" cy="914040"/>
          </a:xfrm>
          <a:prstGeom prst="rect">
            <a:avLst/>
          </a:prstGeom>
          <a:noFill/>
          <a:ln>
            <a:noFill/>
          </a:ln>
        </p:spPr>
        <p:txBody>
          <a:bodyPr spcFirstLastPara="1" wrap="square" lIns="0" tIns="0" rIns="0" bIns="0" anchor="ctr" anchorCtr="0">
            <a:noAutofit/>
          </a:bodyPr>
          <a:lstStyle/>
          <a:p>
            <a:pPr marL="457200" lvl="0" indent="0" algn="l" rtl="0">
              <a:lnSpc>
                <a:spcPct val="90000"/>
              </a:lnSpc>
              <a:spcBef>
                <a:spcPts val="0"/>
              </a:spcBef>
              <a:spcAft>
                <a:spcPts val="0"/>
              </a:spcAft>
              <a:buClr>
                <a:schemeClr val="dk1"/>
              </a:buClr>
              <a:buSzPts val="3200"/>
              <a:buFont typeface="Times New Roman"/>
              <a:buNone/>
            </a:pPr>
            <a:r>
              <a:rPr lang="en-US" sz="3200" dirty="0">
                <a:latin typeface="Times New Roman"/>
                <a:ea typeface="Times New Roman"/>
                <a:cs typeface="Times New Roman"/>
                <a:sym typeface="Times New Roman"/>
              </a:rPr>
              <a:t>Proposed System Framework</a:t>
            </a:r>
            <a:endParaRPr sz="3200" dirty="0">
              <a:latin typeface="Times New Roman"/>
              <a:ea typeface="Times New Roman"/>
              <a:cs typeface="Times New Roman"/>
              <a:sym typeface="Times New Roman"/>
            </a:endParaRPr>
          </a:p>
        </p:txBody>
      </p:sp>
      <p:sp>
        <p:nvSpPr>
          <p:cNvPr id="97" name="Google Shape;97;p3">
            <a:extLst>
              <a:ext uri="{FF2B5EF4-FFF2-40B4-BE49-F238E27FC236}">
                <a16:creationId xmlns:a16="http://schemas.microsoft.com/office/drawing/2014/main" id="{C40B37CE-A1C6-DD76-8E1E-02A352386343}"/>
              </a:ext>
            </a:extLst>
          </p:cNvPr>
          <p:cNvSpPr txBox="1">
            <a:spLocks noGrp="1"/>
          </p:cNvSpPr>
          <p:nvPr>
            <p:ph type="subTitle" idx="1"/>
          </p:nvPr>
        </p:nvSpPr>
        <p:spPr>
          <a:xfrm>
            <a:off x="457350" y="786024"/>
            <a:ext cx="8229300" cy="5815944"/>
          </a:xfrm>
          <a:prstGeom prst="rect">
            <a:avLst/>
          </a:prstGeom>
          <a:noFill/>
          <a:ln>
            <a:noFill/>
          </a:ln>
        </p:spPr>
        <p:txBody>
          <a:bodyPr spcFirstLastPara="1" wrap="square" lIns="0" tIns="0" rIns="0" bIns="0" anchor="ctr" anchorCtr="0">
            <a:noAutofit/>
          </a:bodyPr>
          <a:lstStyle/>
          <a:p>
            <a:pPr marL="0" lvl="0" indent="0" algn="just" rtl="0">
              <a:lnSpc>
                <a:spcPct val="115000"/>
              </a:lnSpc>
              <a:spcBef>
                <a:spcPts val="1200"/>
              </a:spcBef>
              <a:spcAft>
                <a:spcPts val="0"/>
              </a:spcAft>
              <a:buClr>
                <a:schemeClr val="dk1"/>
              </a:buClr>
              <a:buSzPts val="1100"/>
              <a:buFont typeface="Arial"/>
              <a:buNone/>
            </a:pPr>
            <a:r>
              <a:rPr lang="en-US" sz="1500" b="1" dirty="0">
                <a:latin typeface="Times New Roman" panose="02020603050405020304" pitchFamily="18" charset="0"/>
                <a:cs typeface="Times New Roman" panose="02020603050405020304" pitchFamily="18" charset="0"/>
              </a:rPr>
              <a:t>Mental Health Assessment System </a:t>
            </a:r>
            <a:r>
              <a:rPr lang="en-US" sz="1500" dirty="0">
                <a:latin typeface="Times New Roman" panose="02020603050405020304" pitchFamily="18" charset="0"/>
                <a:cs typeface="Times New Roman" panose="02020603050405020304" pitchFamily="18" charset="0"/>
              </a:rPr>
              <a:t>is a Python-based NLP framework that provides an end-to-end solution for automated psychological distress detection. It is designed to handle large-scale textual data, enabling seamless text cleaning, feature extraction, and high-precision classification of multiple mental health states.</a:t>
            </a:r>
          </a:p>
          <a:p>
            <a:pPr marL="0" lvl="0" indent="0" algn="just" rtl="0">
              <a:lnSpc>
                <a:spcPct val="115000"/>
              </a:lnSpc>
              <a:spcBef>
                <a:spcPts val="1200"/>
              </a:spcBef>
              <a:spcAft>
                <a:spcPts val="0"/>
              </a:spcAft>
              <a:buClr>
                <a:schemeClr val="dk1"/>
              </a:buClr>
              <a:buSzPts val="1100"/>
              <a:buFont typeface="Arial"/>
              <a:buNone/>
            </a:pPr>
            <a:r>
              <a:rPr lang="en-US" altLang="en-US" sz="1500" b="1" spc="-1" dirty="0">
                <a:solidFill>
                  <a:srgbClr val="000000"/>
                </a:solidFill>
                <a:latin typeface="Times New Roman" panose="02020603050405020304" pitchFamily="18" charset="0"/>
                <a:cs typeface="Times New Roman" panose="02020603050405020304" pitchFamily="18" charset="0"/>
              </a:rPr>
              <a:t>Data Processing Modules</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Securely input textual data or social media "digital footprints.“</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Apply advanced noise removal (URLs, symbols, and case normalization).</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Perform Lemmatization to reduce words to their linguistic roots.</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Filter out "stop-words" to focus on high-impact emotional vocabulary.</a:t>
            </a:r>
          </a:p>
          <a:p>
            <a:pPr marL="0" indent="0" algn="just">
              <a:buNone/>
            </a:pPr>
            <a:endParaRPr lang="en-US" altLang="en-US" sz="1500" spc="-1" dirty="0">
              <a:solidFill>
                <a:srgbClr val="000000"/>
              </a:solidFill>
              <a:latin typeface="Times New Roman" panose="02020603050405020304" pitchFamily="18" charset="0"/>
              <a:cs typeface="Times New Roman" panose="02020603050405020304" pitchFamily="18" charset="0"/>
            </a:endParaRPr>
          </a:p>
          <a:p>
            <a:pPr marL="0" indent="0">
              <a:lnSpc>
                <a:spcPct val="100000"/>
              </a:lnSpc>
              <a:spcBef>
                <a:spcPts val="400"/>
              </a:spcBef>
              <a:buNone/>
            </a:pPr>
            <a:r>
              <a:rPr lang="en-US" altLang="en-US" sz="1500" b="1" spc="-1" dirty="0">
                <a:solidFill>
                  <a:srgbClr val="000000"/>
                </a:solidFill>
                <a:latin typeface="Times New Roman" panose="02020603050405020304" pitchFamily="18" charset="0"/>
                <a:cs typeface="Times New Roman" panose="02020603050405020304" pitchFamily="18" charset="0"/>
                <a:sym typeface="Times New Roman"/>
              </a:rPr>
              <a:t>Analysis &amp; Classification Modules </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Execute feature engineering using TF-IDF vectorization.</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Process data through an optimized Linear SVM machine learning pipeline.</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Classify text into 7 specific categories (Normal, Depression, Anxiety, etc.).</a:t>
            </a:r>
          </a:p>
          <a:p>
            <a:pPr marL="342900" indent="-342900" algn="just">
              <a:buFont typeface="Arial" panose="020B0604020202020204" pitchFamily="34" charset="0"/>
              <a:buChar char="•"/>
            </a:pPr>
            <a:r>
              <a:rPr lang="en-US" altLang="en-US" sz="1500" dirty="0">
                <a:latin typeface="Times New Roman" panose="02020603050405020304" pitchFamily="18" charset="0"/>
                <a:cs typeface="Times New Roman" panose="02020603050405020304" pitchFamily="18" charset="0"/>
              </a:rPr>
              <a:t>Generate performance metrics and "Confusion Matrices" for clinical validation.</a:t>
            </a:r>
          </a:p>
        </p:txBody>
      </p:sp>
    </p:spTree>
    <p:extLst>
      <p:ext uri="{BB962C8B-B14F-4D97-AF65-F5344CB8AC3E}">
        <p14:creationId xmlns:p14="http://schemas.microsoft.com/office/powerpoint/2010/main" val="74672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g342e7a972ef_1_3"/>
          <p:cNvSpPr txBox="1">
            <a:spLocks noGrp="1"/>
          </p:cNvSpPr>
          <p:nvPr>
            <p:ph type="title"/>
          </p:nvPr>
        </p:nvSpPr>
        <p:spPr>
          <a:xfrm>
            <a:off x="0" y="0"/>
            <a:ext cx="5486100" cy="914100"/>
          </a:xfrm>
          <a:prstGeom prst="rect">
            <a:avLst/>
          </a:prstGeom>
        </p:spPr>
        <p:txBody>
          <a:bodyPr spcFirstLastPara="1" wrap="square" lIns="0" tIns="0" rIns="0" bIns="0" anchor="ctr" anchorCtr="0">
            <a:noAutofit/>
          </a:bodyPr>
          <a:lstStyle/>
          <a:p>
            <a:pPr marL="457200" lvl="0" indent="0" algn="l" rtl="0">
              <a:spcBef>
                <a:spcPts val="0"/>
              </a:spcBef>
              <a:spcAft>
                <a:spcPts val="0"/>
              </a:spcAft>
              <a:buNone/>
            </a:pPr>
            <a:r>
              <a:rPr lang="en-US" dirty="0">
                <a:latin typeface="Times New Roman"/>
                <a:ea typeface="Times New Roman"/>
                <a:cs typeface="Times New Roman"/>
                <a:sym typeface="Times New Roman"/>
              </a:rPr>
              <a:t> </a:t>
            </a:r>
            <a:r>
              <a:rPr lang="en-US" sz="3200" dirty="0">
                <a:latin typeface="Times New Roman"/>
                <a:ea typeface="Times New Roman"/>
                <a:cs typeface="Times New Roman"/>
                <a:sym typeface="Times New Roman"/>
              </a:rPr>
              <a:t>Technologies Used</a:t>
            </a:r>
            <a:endParaRPr sz="3200" dirty="0">
              <a:latin typeface="Times New Roman"/>
              <a:ea typeface="Times New Roman"/>
              <a:cs typeface="Times New Roman"/>
              <a:sym typeface="Times New Roman"/>
            </a:endParaRPr>
          </a:p>
        </p:txBody>
      </p:sp>
      <p:sp>
        <p:nvSpPr>
          <p:cNvPr id="104" name="Google Shape;104;g342e7a972ef_1_3"/>
          <p:cNvSpPr txBox="1">
            <a:spLocks noGrp="1"/>
          </p:cNvSpPr>
          <p:nvPr>
            <p:ph type="subTitle" idx="1"/>
          </p:nvPr>
        </p:nvSpPr>
        <p:spPr>
          <a:xfrm>
            <a:off x="236518" y="914100"/>
            <a:ext cx="8229300" cy="5856270"/>
          </a:xfrm>
          <a:prstGeom prst="rect">
            <a:avLst/>
          </a:prstGeom>
        </p:spPr>
        <p:txBody>
          <a:bodyPr spcFirstLastPara="1" wrap="square" lIns="0" tIns="0" rIns="0" bIns="0" anchor="ctr" anchorCtr="0">
            <a:noAutofit/>
          </a:bodyPr>
          <a:lstStyle/>
          <a:p>
            <a:pPr marL="0" indent="0" algn="just">
              <a:lnSpc>
                <a:spcPct val="150000"/>
              </a:lnSpc>
              <a:buNone/>
            </a:pPr>
            <a:r>
              <a:rPr lang="en-US" altLang="en-US" sz="1600" b="1" dirty="0">
                <a:latin typeface="Times New Roman" panose="02020603050405020304" pitchFamily="18" charset="0"/>
                <a:cs typeface="Times New Roman" panose="02020603050405020304" pitchFamily="18" charset="0"/>
              </a:rPr>
              <a:t>Programming &amp;Environment:</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Python</a:t>
            </a:r>
            <a:r>
              <a:rPr lang="en-US" altLang="en-US" sz="1600" dirty="0">
                <a:latin typeface="Times New Roman" panose="02020603050405020304" pitchFamily="18" charset="0"/>
                <a:cs typeface="Times New Roman" panose="02020603050405020304" pitchFamily="18" charset="0"/>
              </a:rPr>
              <a:t>: Primary language used for its extensive support in AI and Machine Learning.</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Jupyter Notebook / VS Code</a:t>
            </a:r>
            <a:r>
              <a:rPr lang="en-US" altLang="en-US" sz="1600" dirty="0">
                <a:latin typeface="Times New Roman" panose="02020603050405020304" pitchFamily="18" charset="0"/>
                <a:cs typeface="Times New Roman" panose="02020603050405020304" pitchFamily="18" charset="0"/>
              </a:rPr>
              <a:t>: Interactive environments for model development and debugging.</a:t>
            </a:r>
          </a:p>
          <a:p>
            <a:pPr marL="0" indent="0" algn="just">
              <a:lnSpc>
                <a:spcPct val="150000"/>
              </a:lnSpc>
              <a:buNone/>
            </a:pPr>
            <a:r>
              <a:rPr lang="en-US" altLang="en-US" sz="1600" b="1" dirty="0">
                <a:latin typeface="Times New Roman" panose="02020603050405020304" pitchFamily="18" charset="0"/>
                <a:cs typeface="Times New Roman" panose="02020603050405020304" pitchFamily="18" charset="0"/>
              </a:rPr>
              <a:t>Machine Learning &amp; NLP Libraries :</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Scikit-learn</a:t>
            </a:r>
            <a:r>
              <a:rPr lang="en-US" altLang="en-US" sz="1600" dirty="0">
                <a:latin typeface="Times New Roman" panose="02020603050405020304" pitchFamily="18" charset="0"/>
                <a:cs typeface="Times New Roman" panose="02020603050405020304" pitchFamily="18" charset="0"/>
              </a:rPr>
              <a:t>: Core library used for implementing Naive Bayes, Random Forest, and Linear SVM.</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NLTK / SpaCy</a:t>
            </a:r>
            <a:r>
              <a:rPr lang="en-US" altLang="en-US" sz="1600" dirty="0">
                <a:latin typeface="Times New Roman" panose="02020603050405020304" pitchFamily="18" charset="0"/>
                <a:cs typeface="Times New Roman" panose="02020603050405020304" pitchFamily="18" charset="0"/>
              </a:rPr>
              <a:t>: Utilized for advanced Natural Language Processing tasks like Lemmatization and stop-word removal.</a:t>
            </a:r>
          </a:p>
          <a:p>
            <a:pPr marL="0" indent="0" algn="just">
              <a:lnSpc>
                <a:spcPct val="150000"/>
              </a:lnSpc>
              <a:buNone/>
            </a:pPr>
            <a:r>
              <a:rPr lang="en-US" altLang="en-US" sz="1600" b="1" dirty="0">
                <a:latin typeface="Times New Roman" panose="02020603050405020304" pitchFamily="18" charset="0"/>
                <a:cs typeface="Times New Roman" panose="02020603050405020304" pitchFamily="18" charset="0"/>
              </a:rPr>
              <a:t>Data Handling &amp; Engineering :</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Pandas &amp; NumPy</a:t>
            </a:r>
            <a:r>
              <a:rPr lang="en-US" altLang="en-US" sz="1600" dirty="0">
                <a:latin typeface="Times New Roman" panose="02020603050405020304" pitchFamily="18" charset="0"/>
                <a:cs typeface="Times New Roman" panose="02020603050405020304" pitchFamily="18" charset="0"/>
              </a:rPr>
              <a:t>: Essential for managing the large-scale dataset of 52,681 records and performing matrix operations.</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TF-IDF Vectorizer</a:t>
            </a:r>
            <a:r>
              <a:rPr lang="en-US" altLang="en-US" sz="1600" dirty="0">
                <a:latin typeface="Times New Roman" panose="02020603050405020304" pitchFamily="18" charset="0"/>
                <a:cs typeface="Times New Roman" panose="02020603050405020304" pitchFamily="18" charset="0"/>
              </a:rPr>
              <a:t>: Used to transform raw text into a weighted mathematical format for model training.</a:t>
            </a:r>
          </a:p>
          <a:p>
            <a:pPr marL="0" indent="0" algn="just">
              <a:lnSpc>
                <a:spcPct val="100000"/>
              </a:lnSpc>
              <a:spcBef>
                <a:spcPts val="0"/>
              </a:spcBef>
              <a:buNone/>
            </a:pPr>
            <a:endParaRPr lang="en-US" altLang="en-US"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en-US" sz="1600" b="1" dirty="0">
                <a:latin typeface="Times New Roman" panose="02020603050405020304" pitchFamily="18" charset="0"/>
                <a:cs typeface="Times New Roman" panose="02020603050405020304" pitchFamily="18" charset="0"/>
              </a:rPr>
              <a:t>Documentation &amp; Research Tools:</a:t>
            </a:r>
          </a:p>
          <a:p>
            <a:pPr marL="285750" indent="-285750" algn="just">
              <a:lnSpc>
                <a:spcPct val="100000"/>
              </a:lnSpc>
              <a:spcBef>
                <a:spcPts val="0"/>
              </a:spcBef>
              <a:buFont typeface="Arial" panose="020B0604020202020204" pitchFamily="34" charset="0"/>
              <a:buChar char="•"/>
            </a:pPr>
            <a:r>
              <a:rPr lang="en-US" altLang="en-US" sz="1600" b="1" dirty="0">
                <a:latin typeface="Times New Roman" panose="02020603050405020304" pitchFamily="18" charset="0"/>
                <a:cs typeface="Times New Roman" panose="02020603050405020304" pitchFamily="18" charset="0"/>
              </a:rPr>
              <a:t>Overleaf (LaTeX): </a:t>
            </a:r>
            <a:r>
              <a:rPr lang="en-US" altLang="en-US" sz="1600" dirty="0">
                <a:latin typeface="Times New Roman" panose="02020603050405020304" pitchFamily="18" charset="0"/>
                <a:cs typeface="Times New Roman" panose="02020603050405020304" pitchFamily="18" charset="0"/>
              </a:rPr>
              <a:t>Used for professional research paper formatting and mathematical equation rendering.</a:t>
            </a:r>
          </a:p>
          <a:p>
            <a:pPr marL="285750" indent="-285750" algn="just">
              <a:lnSpc>
                <a:spcPct val="100000"/>
              </a:lnSpc>
              <a:spcBef>
                <a:spcPts val="0"/>
              </a:spcBef>
              <a:buFont typeface="Arial" panose="020B0604020202020204" pitchFamily="34" charset="0"/>
              <a:buChar char="•"/>
            </a:pPr>
            <a:r>
              <a:rPr lang="en-IN" sz="1600" b="1" dirty="0"/>
              <a:t>GitHub: </a:t>
            </a:r>
            <a:r>
              <a:rPr lang="en-US" altLang="en-US" sz="1600" dirty="0">
                <a:latin typeface="Times New Roman" panose="02020603050405020304" pitchFamily="18" charset="0"/>
                <a:cs typeface="Times New Roman" panose="02020603050405020304" pitchFamily="18" charset="0"/>
              </a:rPr>
              <a:t>For version control and managing the research project repository.</a:t>
            </a:r>
            <a:endParaRPr lang="en-US" altLang="en-US" sz="1600"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alt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g342e7a972ef_1_10"/>
          <p:cNvSpPr txBox="1">
            <a:spLocks noGrp="1"/>
          </p:cNvSpPr>
          <p:nvPr>
            <p:ph type="title"/>
          </p:nvPr>
        </p:nvSpPr>
        <p:spPr>
          <a:xfrm>
            <a:off x="118872" y="109728"/>
            <a:ext cx="3803904" cy="694944"/>
          </a:xfrm>
          <a:prstGeom prst="rect">
            <a:avLst/>
          </a:prstGeom>
        </p:spPr>
        <p:txBody>
          <a:bodyPr spcFirstLastPara="1" wrap="square" lIns="0" tIns="0" rIns="0" bIns="0" anchor="ctr" anchorCtr="0">
            <a:noAutofit/>
          </a:bodyPr>
          <a:lstStyle/>
          <a:p>
            <a:pPr marL="0" lvl="0" indent="457200" algn="l" rtl="0">
              <a:spcBef>
                <a:spcPts val="0"/>
              </a:spcBef>
              <a:spcAft>
                <a:spcPts val="0"/>
              </a:spcAft>
              <a:buNone/>
            </a:pPr>
            <a:r>
              <a:rPr lang="en-US" sz="3200" dirty="0">
                <a:latin typeface="Times New Roman"/>
                <a:ea typeface="Times New Roman"/>
                <a:cs typeface="Times New Roman"/>
                <a:sym typeface="Times New Roman"/>
              </a:rPr>
              <a:t>System Architecture</a:t>
            </a:r>
          </a:p>
        </p:txBody>
      </p:sp>
      <p:graphicFrame>
        <p:nvGraphicFramePr>
          <p:cNvPr id="3" name="Diagram 2">
            <a:extLst>
              <a:ext uri="{FF2B5EF4-FFF2-40B4-BE49-F238E27FC236}">
                <a16:creationId xmlns:a16="http://schemas.microsoft.com/office/drawing/2014/main" id="{A4F29BFC-2CFE-F45F-94CC-950F6651DC48}"/>
              </a:ext>
            </a:extLst>
          </p:cNvPr>
          <p:cNvGraphicFramePr/>
          <p:nvPr>
            <p:extLst>
              <p:ext uri="{D42A27DB-BD31-4B8C-83A1-F6EECF244321}">
                <p14:modId xmlns:p14="http://schemas.microsoft.com/office/powerpoint/2010/main" val="1535113949"/>
              </p:ext>
            </p:extLst>
          </p:nvPr>
        </p:nvGraphicFramePr>
        <p:xfrm>
          <a:off x="1436977" y="1070182"/>
          <a:ext cx="6270046" cy="5385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g342e7a972ef_1_18"/>
          <p:cNvSpPr txBox="1">
            <a:spLocks noGrp="1"/>
          </p:cNvSpPr>
          <p:nvPr>
            <p:ph type="title"/>
          </p:nvPr>
        </p:nvSpPr>
        <p:spPr>
          <a:xfrm>
            <a:off x="-1" y="0"/>
            <a:ext cx="5950819"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dirty="0">
                <a:latin typeface="Times New Roman"/>
                <a:cs typeface="Times New Roman"/>
                <a:sym typeface="Times New Roman"/>
              </a:rPr>
              <a:t>    Data Flow &amp; Feature Extraction</a:t>
            </a:r>
            <a:endParaRPr sz="3200" dirty="0">
              <a:latin typeface="Times New Roman"/>
              <a:ea typeface="Times New Roman"/>
              <a:cs typeface="Times New Roman"/>
              <a:sym typeface="Times New Roman"/>
            </a:endParaRPr>
          </a:p>
        </p:txBody>
      </p:sp>
      <p:sp>
        <p:nvSpPr>
          <p:cNvPr id="139" name="Google Shape;139;g342e7a972ef_1_18"/>
          <p:cNvSpPr txBox="1">
            <a:spLocks noGrp="1"/>
          </p:cNvSpPr>
          <p:nvPr>
            <p:ph type="subTitle" idx="1"/>
          </p:nvPr>
        </p:nvSpPr>
        <p:spPr>
          <a:xfrm>
            <a:off x="509950" y="972887"/>
            <a:ext cx="8478602" cy="5124253"/>
          </a:xfrm>
          <a:prstGeom prst="rect">
            <a:avLst/>
          </a:prstGeom>
        </p:spPr>
        <p:txBody>
          <a:bodyPr spcFirstLastPara="1" wrap="square" lIns="0" tIns="0" rIns="0" bIns="0" anchor="ctr" anchorCtr="0">
            <a:noAutofit/>
          </a:bodyPr>
          <a:lstStyle/>
          <a:p>
            <a:pPr marL="0" lvl="0" indent="0" algn="l" rtl="0">
              <a:lnSpc>
                <a:spcPct val="115000"/>
              </a:lnSpc>
              <a:spcBef>
                <a:spcPts val="1200"/>
              </a:spcBef>
              <a:spcAft>
                <a:spcPts val="0"/>
              </a:spcAft>
              <a:buNone/>
            </a:pPr>
            <a:endParaRPr sz="2000" dirty="0">
              <a:latin typeface="Times New Roman"/>
              <a:ea typeface="Times New Roman"/>
              <a:cs typeface="Times New Roman"/>
              <a:sym typeface="Times New Roman"/>
            </a:endParaRPr>
          </a:p>
          <a:p>
            <a:pPr marL="0" lvl="0" indent="0" algn="l" rtl="0">
              <a:spcBef>
                <a:spcPts val="1000"/>
              </a:spcBef>
              <a:spcAft>
                <a:spcPts val="0"/>
              </a:spcAft>
              <a:buNone/>
            </a:pPr>
            <a:endParaRPr dirty="0">
              <a:latin typeface="Times New Roman"/>
              <a:ea typeface="Times New Roman"/>
              <a:cs typeface="Times New Roman"/>
              <a:sym typeface="Times New Roman"/>
            </a:endParaRPr>
          </a:p>
        </p:txBody>
      </p:sp>
      <p:sp>
        <p:nvSpPr>
          <p:cNvPr id="6" name="TextBox 5">
            <a:extLst>
              <a:ext uri="{FF2B5EF4-FFF2-40B4-BE49-F238E27FC236}">
                <a16:creationId xmlns:a16="http://schemas.microsoft.com/office/drawing/2014/main" id="{31AF1D9B-C3FA-50DC-F6B0-1034B8C66577}"/>
              </a:ext>
            </a:extLst>
          </p:cNvPr>
          <p:cNvSpPr txBox="1"/>
          <p:nvPr/>
        </p:nvSpPr>
        <p:spPr>
          <a:xfrm>
            <a:off x="335560" y="1428452"/>
            <a:ext cx="8298490" cy="4001095"/>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Data Intake &amp; Aggregation:</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Collection of social media "digital footprints" and behavioral text markers.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Utilizing a high-volume dataset of 52,681 records for broad clinical coverage.</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Systematic Preprocessing:</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Noise Removal:</a:t>
            </a:r>
            <a:r>
              <a:rPr lang="en-US" sz="1600" dirty="0">
                <a:latin typeface="Times New Roman" panose="02020603050405020304" pitchFamily="18" charset="0"/>
                <a:cs typeface="Times New Roman" panose="02020603050405020304" pitchFamily="18" charset="0"/>
              </a:rPr>
              <a:t> Eliminating URLs, special characters, and non-essential symbols.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Normalization:</a:t>
            </a:r>
            <a:r>
              <a:rPr lang="en-US" sz="1600" dirty="0">
                <a:latin typeface="Times New Roman" panose="02020603050405020304" pitchFamily="18" charset="0"/>
                <a:cs typeface="Times New Roman" panose="02020603050405020304" pitchFamily="18" charset="0"/>
              </a:rPr>
              <a:t> Implementing Lemmatization to reduce words to their linguistic roots.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Filtering:</a:t>
            </a:r>
            <a:r>
              <a:rPr lang="en-US" sz="1600" dirty="0">
                <a:latin typeface="Times New Roman" panose="02020603050405020304" pitchFamily="18" charset="0"/>
                <a:cs typeface="Times New Roman" panose="02020603050405020304" pitchFamily="18" charset="0"/>
              </a:rPr>
              <a:t> Removing stop-words to isolate high-impact emotional vocabulary.</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Feature Engineering (TF-IDF):</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Vectorization:</a:t>
            </a:r>
            <a:r>
              <a:rPr lang="en-US" sz="1600" dirty="0">
                <a:latin typeface="Times New Roman" panose="02020603050405020304" pitchFamily="18" charset="0"/>
                <a:cs typeface="Times New Roman" panose="02020603050405020304" pitchFamily="18" charset="0"/>
              </a:rPr>
              <a:t> Converting raw text into a weighted numerical matrix.</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Statistical Weighting:</a:t>
            </a:r>
            <a:r>
              <a:rPr lang="en-US" sz="1600" dirty="0">
                <a:latin typeface="Times New Roman" panose="02020603050405020304" pitchFamily="18" charset="0"/>
                <a:cs typeface="Times New Roman" panose="02020603050405020304" pitchFamily="18" charset="0"/>
              </a:rPr>
              <a:t> Applying TF-IDF to prioritize rare, clinically significant terms (e.g., "hopeless," "insomnia").</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Dimensionality Control:</a:t>
            </a:r>
            <a:r>
              <a:rPr lang="en-US" sz="1600" dirty="0">
                <a:latin typeface="Times New Roman" panose="02020603050405020304" pitchFamily="18" charset="0"/>
                <a:cs typeface="Times New Roman" panose="02020603050405020304" pitchFamily="18" charset="0"/>
              </a:rPr>
              <a:t> Capping features at the top 5,000 terms to ensure high-speed computational efficiency for the machine learning models.</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42e7a972ef_1_41"/>
          <p:cNvSpPr txBox="1">
            <a:spLocks noGrp="1"/>
          </p:cNvSpPr>
          <p:nvPr>
            <p:ph type="title"/>
          </p:nvPr>
        </p:nvSpPr>
        <p:spPr>
          <a:xfrm>
            <a:off x="0" y="0"/>
            <a:ext cx="6720600" cy="9141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3200" dirty="0">
                <a:latin typeface="Times New Roman"/>
                <a:ea typeface="Times New Roman"/>
                <a:cs typeface="Times New Roman"/>
                <a:sym typeface="Times New Roman"/>
              </a:rPr>
              <a:t> Experimental Results &amp; Metrics</a:t>
            </a:r>
          </a:p>
        </p:txBody>
      </p:sp>
      <p:sp>
        <p:nvSpPr>
          <p:cNvPr id="193" name="Google Shape;193;g342e7a972ef_1_41"/>
          <p:cNvSpPr/>
          <p:nvPr/>
        </p:nvSpPr>
        <p:spPr>
          <a:xfrm>
            <a:off x="3129739" y="2031740"/>
            <a:ext cx="2765700" cy="2821800"/>
          </a:xfrm>
          <a:prstGeom prst="donut">
            <a:avLst>
              <a:gd name="adj" fmla="val 9682"/>
            </a:avLst>
          </a:prstGeom>
          <a:solidFill>
            <a:srgbClr val="339933">
              <a:alpha val="1058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97" name="Google Shape;197;g342e7a972ef_1_41"/>
          <p:cNvGrpSpPr/>
          <p:nvPr/>
        </p:nvGrpSpPr>
        <p:grpSpPr>
          <a:xfrm>
            <a:off x="390438" y="1445955"/>
            <a:ext cx="3247189" cy="1815268"/>
            <a:chOff x="793236" y="718277"/>
            <a:chExt cx="2982356" cy="943500"/>
          </a:xfrm>
        </p:grpSpPr>
        <p:cxnSp>
          <p:nvCxnSpPr>
            <p:cNvPr id="198" name="Google Shape;198;g342e7a972ef_1_41"/>
            <p:cNvCxnSpPr>
              <a:cxnSpLocks/>
            </p:cNvCxnSpPr>
            <p:nvPr/>
          </p:nvCxnSpPr>
          <p:spPr>
            <a:xfrm>
              <a:off x="3223325" y="1190027"/>
              <a:ext cx="552267" cy="189830"/>
            </a:xfrm>
            <a:prstGeom prst="straightConnector1">
              <a:avLst/>
            </a:prstGeom>
            <a:noFill/>
            <a:ln w="19050" cap="flat" cmpd="sng">
              <a:solidFill>
                <a:srgbClr val="92D050"/>
              </a:solidFill>
              <a:prstDash val="solid"/>
              <a:round/>
              <a:headEnd type="oval" w="med" len="med"/>
              <a:tailEnd type="none" w="sm" len="sm"/>
            </a:ln>
          </p:spPr>
        </p:cxnSp>
        <p:sp>
          <p:nvSpPr>
            <p:cNvPr id="199" name="Google Shape;199;g342e7a972ef_1_41"/>
            <p:cNvSpPr txBox="1"/>
            <p:nvPr/>
          </p:nvSpPr>
          <p:spPr>
            <a:xfrm>
              <a:off x="793236" y="718277"/>
              <a:ext cx="2765117" cy="94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IN" b="1" dirty="0">
                  <a:latin typeface="Times New Roman" panose="02020603050405020304" pitchFamily="18" charset="0"/>
                  <a:cs typeface="Times New Roman" panose="02020603050405020304" pitchFamily="18" charset="0"/>
                </a:rPr>
                <a:t>Accuracy Benchmarking</a:t>
              </a:r>
            </a:p>
            <a:p>
              <a:pPr marL="0" lvl="0" indent="0" algn="l" rtl="0">
                <a:lnSpc>
                  <a:spcPct val="115000"/>
                </a:lnSpc>
                <a:spcBef>
                  <a:spcPts val="0"/>
                </a:spcBef>
                <a:spcAft>
                  <a:spcPts val="0"/>
                </a:spcAft>
                <a:buClr>
                  <a:schemeClr val="dk1"/>
                </a:buClr>
                <a:buSzPts val="1100"/>
                <a:buFont typeface="Arial"/>
                <a:buNone/>
              </a:pPr>
              <a:r>
                <a:rPr lang="en-IN" i="0" dirty="0">
                  <a:solidFill>
                    <a:srgbClr val="000000"/>
                  </a:solidFill>
                  <a:effectLst/>
                  <a:latin typeface="Times New Roman" panose="02020603050405020304" pitchFamily="18" charset="0"/>
                  <a:cs typeface="Times New Roman" panose="02020603050405020304" pitchFamily="18" charset="0"/>
                </a:rPr>
                <a:t>Comparison of three distinct models:  Multinomial Naïve Bayes (65.35%) Random Forest(71.20%)</a:t>
              </a:r>
            </a:p>
            <a:p>
              <a:pPr marL="0" lvl="0" indent="0" algn="l" rtl="0">
                <a:lnSpc>
                  <a:spcPct val="115000"/>
                </a:lnSpc>
                <a:spcBef>
                  <a:spcPts val="0"/>
                </a:spcBef>
                <a:spcAft>
                  <a:spcPts val="0"/>
                </a:spcAft>
                <a:buClr>
                  <a:schemeClr val="dk1"/>
                </a:buClr>
                <a:buSzPts val="1100"/>
                <a:buFont typeface="Arial"/>
                <a:buNone/>
              </a:pPr>
              <a:r>
                <a:rPr lang="en-IN" i="0" dirty="0">
                  <a:solidFill>
                    <a:srgbClr val="000000"/>
                  </a:solidFill>
                  <a:effectLst/>
                  <a:latin typeface="Times New Roman" panose="02020603050405020304" pitchFamily="18" charset="0"/>
                  <a:cs typeface="Times New Roman" panose="02020603050405020304" pitchFamily="18" charset="0"/>
                </a:rPr>
                <a:t>Linear SVM (76.42).</a:t>
              </a:r>
              <a:endParaRPr sz="800" dirty="0">
                <a:latin typeface="Times New Roman" panose="02020603050405020304" pitchFamily="18" charset="0"/>
                <a:ea typeface="Roboto"/>
                <a:cs typeface="Times New Roman" panose="02020603050405020304" pitchFamily="18" charset="0"/>
                <a:sym typeface="Roboto"/>
              </a:endParaRPr>
            </a:p>
          </p:txBody>
        </p:sp>
      </p:grpSp>
      <p:grpSp>
        <p:nvGrpSpPr>
          <p:cNvPr id="200" name="Google Shape;200;g342e7a972ef_1_41"/>
          <p:cNvGrpSpPr/>
          <p:nvPr/>
        </p:nvGrpSpPr>
        <p:grpSpPr>
          <a:xfrm>
            <a:off x="5624399" y="3417782"/>
            <a:ext cx="3193288" cy="1154218"/>
            <a:chOff x="5691773" y="2901073"/>
            <a:chExt cx="2932850" cy="1038900"/>
          </a:xfrm>
        </p:grpSpPr>
        <p:cxnSp>
          <p:nvCxnSpPr>
            <p:cNvPr id="201" name="Google Shape;201;g342e7a972ef_1_41"/>
            <p:cNvCxnSpPr>
              <a:cxnSpLocks/>
            </p:cNvCxnSpPr>
            <p:nvPr/>
          </p:nvCxnSpPr>
          <p:spPr>
            <a:xfrm flipH="1" flipV="1">
              <a:off x="5691773" y="3000549"/>
              <a:ext cx="637488" cy="419974"/>
            </a:xfrm>
            <a:prstGeom prst="straightConnector1">
              <a:avLst/>
            </a:prstGeom>
            <a:noFill/>
            <a:ln w="19050" cap="flat" cmpd="sng">
              <a:solidFill>
                <a:srgbClr val="92D050"/>
              </a:solidFill>
              <a:prstDash val="solid"/>
              <a:round/>
              <a:headEnd type="oval" w="med" len="med"/>
              <a:tailEnd type="none" w="sm" len="sm"/>
            </a:ln>
          </p:spPr>
        </p:cxnSp>
        <p:sp>
          <p:nvSpPr>
            <p:cNvPr id="202" name="Google Shape;202;g342e7a972ef_1_41"/>
            <p:cNvSpPr txBox="1"/>
            <p:nvPr/>
          </p:nvSpPr>
          <p:spPr>
            <a:xfrm>
              <a:off x="6371201" y="2901073"/>
              <a:ext cx="2253422" cy="103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200"/>
                </a:spcBef>
                <a:spcAft>
                  <a:spcPts val="0"/>
                </a:spcAft>
                <a:buClr>
                  <a:schemeClr val="dk1"/>
                </a:buClr>
                <a:buSzPts val="1100"/>
                <a:buFont typeface="Arial"/>
                <a:buNone/>
              </a:pPr>
              <a:r>
                <a:rPr lang="en-US" b="1" dirty="0">
                  <a:solidFill>
                    <a:schemeClr val="dk1"/>
                  </a:solidFill>
                  <a:latin typeface="Times New Roman" panose="02020603050405020304" pitchFamily="18" charset="0"/>
                  <a:ea typeface="Times New Roman"/>
                  <a:cs typeface="Times New Roman" panose="02020603050405020304" pitchFamily="18" charset="0"/>
                  <a:sym typeface="Times New Roman"/>
                </a:rPr>
                <a:t>Error Analysis &amp; Refinement</a:t>
              </a:r>
            </a:p>
            <a:p>
              <a:pPr marL="0" lvl="0" indent="0" algn="l" rtl="0">
                <a:lnSpc>
                  <a:spcPct val="115000"/>
                </a:lnSpc>
                <a:spcBef>
                  <a:spcPts val="200"/>
                </a:spcBef>
                <a:spcAft>
                  <a:spcPts val="0"/>
                </a:spcAft>
                <a:buClr>
                  <a:schemeClr val="dk1"/>
                </a:buClr>
                <a:buSzPts val="1100"/>
                <a:buFont typeface="Arial"/>
                <a:buNone/>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Identifying vocabulary overlaps between “Stress” and “Depression” to improve future clinical sensitivity.</a:t>
              </a:r>
            </a:p>
            <a:p>
              <a:pPr marL="0" lvl="0" indent="0" algn="l" rtl="0">
                <a:lnSpc>
                  <a:spcPct val="115000"/>
                </a:lnSpc>
                <a:spcBef>
                  <a:spcPts val="1200"/>
                </a:spcBef>
                <a:spcAft>
                  <a:spcPts val="0"/>
                </a:spcAft>
                <a:buNone/>
              </a:pPr>
              <a:endParaRPr sz="800" dirty="0">
                <a:latin typeface="Times New Roman" panose="02020603050405020304" pitchFamily="18" charset="0"/>
                <a:ea typeface="Roboto"/>
                <a:cs typeface="Times New Roman" panose="02020603050405020304" pitchFamily="18" charset="0"/>
                <a:sym typeface="Roboto"/>
              </a:endParaRPr>
            </a:p>
          </p:txBody>
        </p:sp>
      </p:grpSp>
      <p:sp>
        <p:nvSpPr>
          <p:cNvPr id="211" name="Google Shape;211;g342e7a972ef_1_41"/>
          <p:cNvSpPr txBox="1"/>
          <p:nvPr/>
        </p:nvSpPr>
        <p:spPr>
          <a:xfrm>
            <a:off x="3637627" y="2718817"/>
            <a:ext cx="1572000" cy="1316735"/>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1600" b="1" dirty="0">
                <a:solidFill>
                  <a:srgbClr val="020202"/>
                </a:solidFill>
                <a:latin typeface="Times New Roman"/>
                <a:ea typeface="Times New Roman"/>
                <a:cs typeface="Times New Roman"/>
                <a:sym typeface="Times New Roman"/>
              </a:rPr>
              <a:t>Results &amp;</a:t>
            </a:r>
          </a:p>
          <a:p>
            <a:pPr marL="0" lvl="0" indent="0" algn="ctr" rtl="0">
              <a:lnSpc>
                <a:spcPct val="115000"/>
              </a:lnSpc>
              <a:spcBef>
                <a:spcPts val="0"/>
              </a:spcBef>
              <a:spcAft>
                <a:spcPts val="0"/>
              </a:spcAft>
              <a:buNone/>
            </a:pPr>
            <a:r>
              <a:rPr lang="en-US" sz="1600" b="1" dirty="0">
                <a:solidFill>
                  <a:srgbClr val="020202"/>
                </a:solidFill>
                <a:latin typeface="Times New Roman"/>
                <a:ea typeface="Times New Roman"/>
                <a:cs typeface="Times New Roman"/>
                <a:sym typeface="Times New Roman"/>
              </a:rPr>
              <a:t>Metrics</a:t>
            </a:r>
            <a:endParaRPr sz="1600" b="1" dirty="0">
              <a:solidFill>
                <a:srgbClr val="020202"/>
              </a:solidFill>
              <a:latin typeface="Times New Roman"/>
              <a:ea typeface="Times New Roman"/>
              <a:cs typeface="Times New Roman"/>
              <a:sym typeface="Times New Roman"/>
            </a:endParaRPr>
          </a:p>
        </p:txBody>
      </p:sp>
      <p:cxnSp>
        <p:nvCxnSpPr>
          <p:cNvPr id="7" name="Google Shape;198;g342e7a972ef_1_41">
            <a:extLst>
              <a:ext uri="{FF2B5EF4-FFF2-40B4-BE49-F238E27FC236}">
                <a16:creationId xmlns:a16="http://schemas.microsoft.com/office/drawing/2014/main" id="{0B5B87BC-05D8-B1B4-81FB-31154B8F1B1F}"/>
              </a:ext>
            </a:extLst>
          </p:cNvPr>
          <p:cNvCxnSpPr>
            <a:cxnSpLocks/>
          </p:cNvCxnSpPr>
          <p:nvPr/>
        </p:nvCxnSpPr>
        <p:spPr>
          <a:xfrm flipV="1">
            <a:off x="3036319" y="4168857"/>
            <a:ext cx="601308" cy="403143"/>
          </a:xfrm>
          <a:prstGeom prst="straightConnector1">
            <a:avLst/>
          </a:prstGeom>
          <a:noFill/>
          <a:ln w="19050" cap="flat" cmpd="sng">
            <a:solidFill>
              <a:srgbClr val="92D050"/>
            </a:solidFill>
            <a:prstDash val="solid"/>
            <a:round/>
            <a:headEnd type="oval" w="med" len="med"/>
            <a:tailEnd type="none" w="sm" len="sm"/>
          </a:ln>
        </p:spPr>
      </p:cxnSp>
      <p:sp>
        <p:nvSpPr>
          <p:cNvPr id="16" name="Google Shape;199;g342e7a972ef_1_41">
            <a:extLst>
              <a:ext uri="{FF2B5EF4-FFF2-40B4-BE49-F238E27FC236}">
                <a16:creationId xmlns:a16="http://schemas.microsoft.com/office/drawing/2014/main" id="{61A9EFE8-FB61-050D-953B-DC1FAB61B447}"/>
              </a:ext>
            </a:extLst>
          </p:cNvPr>
          <p:cNvSpPr txBox="1"/>
          <p:nvPr/>
        </p:nvSpPr>
        <p:spPr>
          <a:xfrm>
            <a:off x="326314" y="4370428"/>
            <a:ext cx="3010659" cy="139074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IN" b="1" dirty="0">
                <a:latin typeface="Times New Roman" panose="02020603050405020304" pitchFamily="18" charset="0"/>
                <a:cs typeface="Times New Roman" panose="02020603050405020304" pitchFamily="18" charset="0"/>
              </a:rPr>
              <a:t>Multi-Class Precision</a:t>
            </a:r>
          </a:p>
          <a:p>
            <a:pPr marL="0" lvl="0" indent="0" algn="l" rtl="0">
              <a:lnSpc>
                <a:spcPct val="115000"/>
              </a:lnSpc>
              <a:spcBef>
                <a:spcPts val="0"/>
              </a:spcBef>
              <a:spcAft>
                <a:spcPts val="0"/>
              </a:spcAft>
              <a:buClr>
                <a:schemeClr val="dk1"/>
              </a:buClr>
              <a:buSzPts val="1100"/>
              <a:buFont typeface="Arial"/>
              <a:buNone/>
            </a:pPr>
            <a:r>
              <a:rPr lang="en-IN" i="0" dirty="0">
                <a:solidFill>
                  <a:srgbClr val="000000"/>
                </a:solidFill>
                <a:effectLst/>
                <a:latin typeface="Times New Roman" panose="02020603050405020304" pitchFamily="18" charset="0"/>
                <a:cs typeface="Times New Roman" panose="02020603050405020304" pitchFamily="18" charset="0"/>
              </a:rPr>
              <a:t>Achieved a high precision of 0.83 for specific clinical categories like bipolar Disorder and Anxiety.</a:t>
            </a:r>
            <a:endParaRPr sz="800" dirty="0">
              <a:latin typeface="Times New Roman" panose="02020603050405020304" pitchFamily="18" charset="0"/>
              <a:ea typeface="Roboto"/>
              <a:cs typeface="Times New Roman" panose="02020603050405020304" pitchFamily="18" charset="0"/>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42e7a972ef_1_4252"/>
          <p:cNvSpPr txBox="1">
            <a:spLocks noGrp="1"/>
          </p:cNvSpPr>
          <p:nvPr>
            <p:ph type="title"/>
          </p:nvPr>
        </p:nvSpPr>
        <p:spPr>
          <a:xfrm>
            <a:off x="0" y="0"/>
            <a:ext cx="5486100" cy="914100"/>
          </a:xfrm>
          <a:prstGeom prst="rect">
            <a:avLst/>
          </a:prstGeom>
        </p:spPr>
        <p:txBody>
          <a:bodyPr spcFirstLastPara="1" wrap="square" lIns="0" tIns="0" rIns="0" bIns="0" anchor="ctr" anchorCtr="0">
            <a:noAutofit/>
          </a:bodyPr>
          <a:lstStyle/>
          <a:p>
            <a:pPr marL="457200" lvl="0" indent="0" algn="l" rtl="0">
              <a:spcBef>
                <a:spcPts val="0"/>
              </a:spcBef>
              <a:spcAft>
                <a:spcPts val="0"/>
              </a:spcAft>
              <a:buNone/>
            </a:pPr>
            <a:r>
              <a:rPr lang="en-US" sz="3200" dirty="0">
                <a:latin typeface="Times New Roman"/>
                <a:ea typeface="Times New Roman"/>
                <a:cs typeface="Times New Roman"/>
                <a:sym typeface="Times New Roman"/>
              </a:rPr>
              <a:t>Advantages of the Research</a:t>
            </a:r>
            <a:endParaRPr sz="3200" dirty="0">
              <a:latin typeface="Times New Roman"/>
              <a:ea typeface="Times New Roman"/>
              <a:cs typeface="Times New Roman"/>
              <a:sym typeface="Times New Roman"/>
            </a:endParaRPr>
          </a:p>
        </p:txBody>
      </p:sp>
      <p:graphicFrame>
        <p:nvGraphicFramePr>
          <p:cNvPr id="6" name="Diagram 5">
            <a:extLst>
              <a:ext uri="{FF2B5EF4-FFF2-40B4-BE49-F238E27FC236}">
                <a16:creationId xmlns:a16="http://schemas.microsoft.com/office/drawing/2014/main" id="{4A255800-0B5F-FC06-709A-3A72AFC618CD}"/>
              </a:ext>
            </a:extLst>
          </p:cNvPr>
          <p:cNvGraphicFramePr/>
          <p:nvPr>
            <p:extLst>
              <p:ext uri="{D42A27DB-BD31-4B8C-83A1-F6EECF244321}">
                <p14:modId xmlns:p14="http://schemas.microsoft.com/office/powerpoint/2010/main" val="2614681701"/>
              </p:ext>
            </p:extLst>
          </p:nvPr>
        </p:nvGraphicFramePr>
        <p:xfrm>
          <a:off x="283464" y="1060704"/>
          <a:ext cx="8522208" cy="5605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42e7a972ef_1_6456"/>
          <p:cNvSpPr txBox="1">
            <a:spLocks noGrp="1"/>
          </p:cNvSpPr>
          <p:nvPr>
            <p:ph type="title"/>
          </p:nvPr>
        </p:nvSpPr>
        <p:spPr>
          <a:xfrm>
            <a:off x="0" y="42075"/>
            <a:ext cx="5486100" cy="914100"/>
          </a:xfrm>
          <a:prstGeom prst="rect">
            <a:avLst/>
          </a:prstGeom>
        </p:spPr>
        <p:txBody>
          <a:bodyPr spcFirstLastPara="1" wrap="square" lIns="0" tIns="0" rIns="0" bIns="0" anchor="ctr" anchorCtr="0">
            <a:noAutofit/>
          </a:bodyPr>
          <a:lstStyle/>
          <a:p>
            <a:pPr marL="457200" lvl="0" indent="0" algn="l" rtl="0">
              <a:spcBef>
                <a:spcPts val="0"/>
              </a:spcBef>
              <a:spcAft>
                <a:spcPts val="0"/>
              </a:spcAft>
              <a:buNone/>
            </a:pPr>
            <a:r>
              <a:rPr lang="en-US" sz="3200" dirty="0">
                <a:latin typeface="Times New Roman"/>
                <a:ea typeface="Times New Roman"/>
                <a:cs typeface="Times New Roman"/>
                <a:sym typeface="Times New Roman"/>
              </a:rPr>
              <a:t>Conclusion</a:t>
            </a:r>
            <a:endParaRPr sz="3200" dirty="0">
              <a:latin typeface="Times New Roman"/>
              <a:ea typeface="Times New Roman"/>
              <a:cs typeface="Times New Roman"/>
              <a:sym typeface="Times New Roman"/>
            </a:endParaRPr>
          </a:p>
        </p:txBody>
      </p:sp>
      <p:graphicFrame>
        <p:nvGraphicFramePr>
          <p:cNvPr id="2" name="Diagram 1">
            <a:extLst>
              <a:ext uri="{FF2B5EF4-FFF2-40B4-BE49-F238E27FC236}">
                <a16:creationId xmlns:a16="http://schemas.microsoft.com/office/drawing/2014/main" id="{6C2F794E-15FA-F56C-6B41-2E9D4A1B6EB2}"/>
              </a:ext>
            </a:extLst>
          </p:cNvPr>
          <p:cNvGraphicFramePr/>
          <p:nvPr>
            <p:extLst>
              <p:ext uri="{D42A27DB-BD31-4B8C-83A1-F6EECF244321}">
                <p14:modId xmlns:p14="http://schemas.microsoft.com/office/powerpoint/2010/main" val="852986260"/>
              </p:ext>
            </p:extLst>
          </p:nvPr>
        </p:nvGraphicFramePr>
        <p:xfrm>
          <a:off x="457200" y="956175"/>
          <a:ext cx="8878824" cy="55778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9"/>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dirty="0">
                <a:solidFill>
                  <a:schemeClr val="dk1"/>
                </a:solidFill>
                <a:latin typeface="Times New Roman"/>
                <a:ea typeface="Times New Roman"/>
                <a:cs typeface="Times New Roman"/>
                <a:sym typeface="Times New Roman"/>
              </a:rPr>
              <a:t>Thank You</a:t>
            </a:r>
            <a:endParaRPr sz="5400" b="0" i="0" u="none" strike="noStrike" cap="none" dirty="0">
              <a:solidFill>
                <a:srgbClr val="000000"/>
              </a:solidFill>
              <a:latin typeface="Times New Roman"/>
              <a:ea typeface="Times New Roman"/>
              <a:cs typeface="Times New Roman"/>
              <a:sym typeface="Times New Roman"/>
            </a:endParaRPr>
          </a:p>
        </p:txBody>
      </p:sp>
      <p:sp>
        <p:nvSpPr>
          <p:cNvPr id="437" name="Google Shape;437;p9"/>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11</a:t>
            </a:fld>
            <a:endParaRPr sz="12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1233</TotalTime>
  <Words>1152</Words>
  <Application>Microsoft Office PowerPoint</Application>
  <PresentationFormat>On-screen Show (4:3)</PresentationFormat>
  <Paragraphs>117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Times New Roman</vt:lpstr>
      <vt:lpstr>Calibri</vt:lpstr>
      <vt:lpstr>Arial</vt:lpstr>
      <vt:lpstr>Office Theme</vt:lpstr>
      <vt:lpstr>PowerPoint Presentation</vt:lpstr>
      <vt:lpstr>PowerPoint Presentation</vt:lpstr>
      <vt:lpstr>Problem Statement</vt:lpstr>
      <vt:lpstr>Proposed System Framework</vt:lpstr>
      <vt:lpstr> Technologies Used</vt:lpstr>
      <vt:lpstr>System Architecture</vt:lpstr>
      <vt:lpstr>    Data Flow &amp; Feature Extraction</vt:lpstr>
      <vt:lpstr> Experimental Results &amp; Metrics</vt:lpstr>
      <vt:lpstr>Advantages of the Research</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Simran Preet</cp:lastModifiedBy>
  <cp:revision>50</cp:revision>
  <dcterms:created xsi:type="dcterms:W3CDTF">2010-04-09T07:36:15Z</dcterms:created>
  <dcterms:modified xsi:type="dcterms:W3CDTF">2026-04-28T03:27:50Z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